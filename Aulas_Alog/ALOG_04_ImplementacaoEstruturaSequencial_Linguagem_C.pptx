
<file path=[Content_Types].xml><?xml version="1.0" encoding="utf-8"?>
<Types xmlns="http://schemas.openxmlformats.org/package/2006/content-types">
  <Default Extension="bin" ContentType="application/vnd.openxmlformats-officedocument.oleObject"/>
  <Default Extension="png" ContentType="image/png"/>
  <Default Extension="rels" ContentType="application/vnd.openxmlformats-package.relationships+xml"/>
  <Default Extension="wmf" ContentType="image/x-wmf"/>
  <Default Extension="xml" ContentType="application/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Masters/notesMaster1.xml" ContentType="application/vnd.openxmlformats-officedocument.presentationml.notesMaster+xml"/>
  <Override PartName="/ppt/theme/theme1.xml" ContentType="application/vnd.openxmlformats-officedocument.theme+xml"/>
  <Override PartName="/ppt/theme/theme3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customXml/itemProps2.xml" ContentType="application/vnd.openxmlformats-officedocument.customXmlProperties+xml"/>
  <Override PartName="/customXml/itemProps1.xml" ContentType="application/vnd.openxmlformats-officedocument.customXmlProperties+xml"/>
  <Override PartName="/docProps/app.xml" ContentType="application/vnd.openxmlformats-officedocument.extended-properties+xml"/>
  <Override PartName="/customXml/itemProps3.xml" ContentType="application/vnd.openxmlformats-officedocument.customXmlProperties+xml"/>
  <Override PartName="/docProps/core.xml" ContentType="application/vnd.openxmlformats-package.core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>
  <p:sldMasterIdLst>
    <p:sldMasterId id="2147483648" r:id="rId4"/>
    <p:sldMasterId id="2147483649" r:id="rId5"/>
  </p:sldMasterIdLst>
  <p:notesMasterIdLst>
    <p:notesMasterId r:id="rId24"/>
  </p:notesMasterIdLst>
  <p:sldIdLst>
    <p:sldId id="256" r:id="rId6"/>
    <p:sldId id="270" r:id="rId7"/>
    <p:sldId id="272" r:id="rId8"/>
    <p:sldId id="273" r:id="rId9"/>
    <p:sldId id="274" r:id="rId10"/>
    <p:sldId id="275" r:id="rId11"/>
    <p:sldId id="258" r:id="rId12"/>
    <p:sldId id="259" r:id="rId13"/>
    <p:sldId id="260" r:id="rId14"/>
    <p:sldId id="261" r:id="rId15"/>
    <p:sldId id="262" r:id="rId16"/>
    <p:sldId id="263" r:id="rId17"/>
    <p:sldId id="269" r:id="rId18"/>
    <p:sldId id="264" r:id="rId19"/>
    <p:sldId id="265" r:id="rId20"/>
    <p:sldId id="266" r:id="rId21"/>
    <p:sldId id="267" r:id="rId22"/>
    <p:sldId id="268" r:id="rId23"/>
  </p:sldIdLst>
  <p:sldSz cx="9144000" cy="6858000" type="screen4x3"/>
  <p:notesSz cx="6858000" cy="9144000"/>
  <p:defaultTextStyle>
    <a:defPPr>
      <a:defRPr lang="en-GB"/>
    </a:defPPr>
    <a:lvl1pPr algn="l" defTabSz="449263" rtl="0" eaLnBrk="0" fontAlgn="base" hangingPunct="0">
      <a:spcBef>
        <a:spcPct val="0"/>
      </a:spcBef>
      <a:spcAft>
        <a:spcPct val="0"/>
      </a:spcAft>
      <a:defRPr sz="2400" kern="1200">
        <a:solidFill>
          <a:schemeClr val="bg1"/>
        </a:solidFill>
        <a:latin typeface="Times New Roman" pitchFamily="18" charset="0"/>
        <a:ea typeface="Arial Unicode MS" pitchFamily="34" charset="-128"/>
        <a:cs typeface="Arial Unicode MS" pitchFamily="34" charset="-128"/>
      </a:defRPr>
    </a:lvl1pPr>
    <a:lvl2pPr marL="457200" algn="l" defTabSz="449263" rtl="0" eaLnBrk="0" fontAlgn="base" hangingPunct="0">
      <a:spcBef>
        <a:spcPct val="0"/>
      </a:spcBef>
      <a:spcAft>
        <a:spcPct val="0"/>
      </a:spcAft>
      <a:defRPr sz="2400" kern="1200">
        <a:solidFill>
          <a:schemeClr val="bg1"/>
        </a:solidFill>
        <a:latin typeface="Times New Roman" pitchFamily="18" charset="0"/>
        <a:ea typeface="Arial Unicode MS" pitchFamily="34" charset="-128"/>
        <a:cs typeface="Arial Unicode MS" pitchFamily="34" charset="-128"/>
      </a:defRPr>
    </a:lvl2pPr>
    <a:lvl3pPr marL="914400" algn="l" defTabSz="449263" rtl="0" eaLnBrk="0" fontAlgn="base" hangingPunct="0">
      <a:spcBef>
        <a:spcPct val="0"/>
      </a:spcBef>
      <a:spcAft>
        <a:spcPct val="0"/>
      </a:spcAft>
      <a:defRPr sz="2400" kern="1200">
        <a:solidFill>
          <a:schemeClr val="bg1"/>
        </a:solidFill>
        <a:latin typeface="Times New Roman" pitchFamily="18" charset="0"/>
        <a:ea typeface="Arial Unicode MS" pitchFamily="34" charset="-128"/>
        <a:cs typeface="Arial Unicode MS" pitchFamily="34" charset="-128"/>
      </a:defRPr>
    </a:lvl3pPr>
    <a:lvl4pPr marL="1371600" algn="l" defTabSz="449263" rtl="0" eaLnBrk="0" fontAlgn="base" hangingPunct="0">
      <a:spcBef>
        <a:spcPct val="0"/>
      </a:spcBef>
      <a:spcAft>
        <a:spcPct val="0"/>
      </a:spcAft>
      <a:defRPr sz="2400" kern="1200">
        <a:solidFill>
          <a:schemeClr val="bg1"/>
        </a:solidFill>
        <a:latin typeface="Times New Roman" pitchFamily="18" charset="0"/>
        <a:ea typeface="Arial Unicode MS" pitchFamily="34" charset="-128"/>
        <a:cs typeface="Arial Unicode MS" pitchFamily="34" charset="-128"/>
      </a:defRPr>
    </a:lvl4pPr>
    <a:lvl5pPr marL="1828800" algn="l" defTabSz="449263" rtl="0" eaLnBrk="0" fontAlgn="base" hangingPunct="0">
      <a:spcBef>
        <a:spcPct val="0"/>
      </a:spcBef>
      <a:spcAft>
        <a:spcPct val="0"/>
      </a:spcAft>
      <a:defRPr sz="2400" kern="1200">
        <a:solidFill>
          <a:schemeClr val="bg1"/>
        </a:solidFill>
        <a:latin typeface="Times New Roman" pitchFamily="18" charset="0"/>
        <a:ea typeface="Arial Unicode MS" pitchFamily="34" charset="-128"/>
        <a:cs typeface="Arial Unicode MS" pitchFamily="34" charset="-128"/>
      </a:defRPr>
    </a:lvl5pPr>
    <a:lvl6pPr marL="2286000" algn="l" defTabSz="914400" rtl="0" eaLnBrk="1" latinLnBrk="0" hangingPunct="1">
      <a:defRPr sz="2400" kern="1200">
        <a:solidFill>
          <a:schemeClr val="bg1"/>
        </a:solidFill>
        <a:latin typeface="Times New Roman" pitchFamily="18" charset="0"/>
        <a:ea typeface="Arial Unicode MS" pitchFamily="34" charset="-128"/>
        <a:cs typeface="Arial Unicode MS" pitchFamily="34" charset="-128"/>
      </a:defRPr>
    </a:lvl6pPr>
    <a:lvl7pPr marL="2743200" algn="l" defTabSz="914400" rtl="0" eaLnBrk="1" latinLnBrk="0" hangingPunct="1">
      <a:defRPr sz="2400" kern="1200">
        <a:solidFill>
          <a:schemeClr val="bg1"/>
        </a:solidFill>
        <a:latin typeface="Times New Roman" pitchFamily="18" charset="0"/>
        <a:ea typeface="Arial Unicode MS" pitchFamily="34" charset="-128"/>
        <a:cs typeface="Arial Unicode MS" pitchFamily="34" charset="-128"/>
      </a:defRPr>
    </a:lvl7pPr>
    <a:lvl8pPr marL="3200400" algn="l" defTabSz="914400" rtl="0" eaLnBrk="1" latinLnBrk="0" hangingPunct="1">
      <a:defRPr sz="2400" kern="1200">
        <a:solidFill>
          <a:schemeClr val="bg1"/>
        </a:solidFill>
        <a:latin typeface="Times New Roman" pitchFamily="18" charset="0"/>
        <a:ea typeface="Arial Unicode MS" pitchFamily="34" charset="-128"/>
        <a:cs typeface="Arial Unicode MS" pitchFamily="34" charset="-128"/>
      </a:defRPr>
    </a:lvl8pPr>
    <a:lvl9pPr marL="3657600" algn="l" defTabSz="914400" rtl="0" eaLnBrk="1" latinLnBrk="0" hangingPunct="1">
      <a:defRPr sz="2400" kern="1200">
        <a:solidFill>
          <a:schemeClr val="bg1"/>
        </a:solidFill>
        <a:latin typeface="Times New Roman" pitchFamily="18" charset="0"/>
        <a:ea typeface="Arial Unicode MS" pitchFamily="34" charset="-128"/>
        <a:cs typeface="Arial Unicode MS" pitchFamily="34" charset="-128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schemeClr val="tx1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28265" autoAdjust="0"/>
    <p:restoredTop sz="90929"/>
  </p:normalViewPr>
  <p:slideViewPr>
    <p:cSldViewPr>
      <p:cViewPr varScale="1">
        <p:scale>
          <a:sx n="71" d="100"/>
          <a:sy n="71" d="100"/>
        </p:scale>
        <p:origin x="1133" y="283"/>
      </p:cViewPr>
      <p:guideLst>
        <p:guide orient="horz" pos="2160"/>
        <p:guide pos="2880"/>
      </p:guideLst>
    </p:cSldViewPr>
  </p:slideViewPr>
  <p:outlineViewPr>
    <p:cViewPr varScale="1">
      <p:scale>
        <a:sx n="170" d="200"/>
        <a:sy n="170" d="200"/>
      </p:scale>
      <p:origin x="-780" y="-84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notesViewPr>
    <p:cSldViewPr>
      <p:cViewPr varScale="1">
        <p:scale>
          <a:sx n="59" d="100"/>
          <a:sy n="59" d="100"/>
        </p:scale>
        <p:origin x="-1752" y="-72"/>
      </p:cViewPr>
      <p:guideLst>
        <p:guide orient="horz" pos="2880"/>
        <p:guide pos="2160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3.xml"/><Relationship Id="rId13" Type="http://schemas.openxmlformats.org/officeDocument/2006/relationships/slide" Target="slides/slide8.xml"/><Relationship Id="rId18" Type="http://schemas.openxmlformats.org/officeDocument/2006/relationships/slide" Target="slides/slide13.xml"/><Relationship Id="rId26" Type="http://schemas.openxmlformats.org/officeDocument/2006/relationships/viewProps" Target="viewProps.xml"/><Relationship Id="rId3" Type="http://schemas.openxmlformats.org/officeDocument/2006/relationships/customXml" Target="../customXml/item3.xml"/><Relationship Id="rId21" Type="http://schemas.openxmlformats.org/officeDocument/2006/relationships/slide" Target="slides/slide16.xml"/><Relationship Id="rId7" Type="http://schemas.openxmlformats.org/officeDocument/2006/relationships/slide" Target="slides/slide2.xml"/><Relationship Id="rId12" Type="http://schemas.openxmlformats.org/officeDocument/2006/relationships/slide" Target="slides/slide7.xml"/><Relationship Id="rId17" Type="http://schemas.openxmlformats.org/officeDocument/2006/relationships/slide" Target="slides/slide12.xml"/><Relationship Id="rId25" Type="http://schemas.openxmlformats.org/officeDocument/2006/relationships/presProps" Target="presProps.xml"/><Relationship Id="rId2" Type="http://schemas.openxmlformats.org/officeDocument/2006/relationships/customXml" Target="../customXml/item2.xml"/><Relationship Id="rId16" Type="http://schemas.openxmlformats.org/officeDocument/2006/relationships/slide" Target="slides/slide11.xml"/><Relationship Id="rId20" Type="http://schemas.openxmlformats.org/officeDocument/2006/relationships/slide" Target="slides/slide15.xml"/><Relationship Id="rId1" Type="http://schemas.openxmlformats.org/officeDocument/2006/relationships/customXml" Target="../customXml/item1.xml"/><Relationship Id="rId6" Type="http://schemas.openxmlformats.org/officeDocument/2006/relationships/slide" Target="slides/slide1.xml"/><Relationship Id="rId11" Type="http://schemas.openxmlformats.org/officeDocument/2006/relationships/slide" Target="slides/slide6.xml"/><Relationship Id="rId24" Type="http://schemas.openxmlformats.org/officeDocument/2006/relationships/notesMaster" Target="notesMasters/notesMaster1.xml"/><Relationship Id="rId5" Type="http://schemas.openxmlformats.org/officeDocument/2006/relationships/slideMaster" Target="slideMasters/slideMaster2.xml"/><Relationship Id="rId15" Type="http://schemas.openxmlformats.org/officeDocument/2006/relationships/slide" Target="slides/slide10.xml"/><Relationship Id="rId23" Type="http://schemas.openxmlformats.org/officeDocument/2006/relationships/slide" Target="slides/slide18.xml"/><Relationship Id="rId28" Type="http://schemas.openxmlformats.org/officeDocument/2006/relationships/tableStyles" Target="tableStyles.xml"/><Relationship Id="rId10" Type="http://schemas.openxmlformats.org/officeDocument/2006/relationships/slide" Target="slides/slide5.xml"/><Relationship Id="rId19" Type="http://schemas.openxmlformats.org/officeDocument/2006/relationships/slide" Target="slides/slide14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4" Type="http://schemas.openxmlformats.org/officeDocument/2006/relationships/slide" Target="slides/slide9.xml"/><Relationship Id="rId22" Type="http://schemas.openxmlformats.org/officeDocument/2006/relationships/slide" Target="slides/slide17.xml"/><Relationship Id="rId27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1"/>
          <p:cNvSpPr>
            <a:spLocks noGrp="1" noRot="1" noChangeAspect="1" noChangeArrowheads="1"/>
          </p:cNvSpPr>
          <p:nvPr>
            <p:ph type="sldImg"/>
          </p:nvPr>
        </p:nvSpPr>
        <p:spPr bwMode="auto">
          <a:xfrm>
            <a:off x="0" y="695325"/>
            <a:ext cx="0" cy="0"/>
          </a:xfrm>
          <a:prstGeom prst="rect">
            <a:avLst/>
          </a:prstGeom>
          <a:noFill/>
          <a:ln w="9525">
            <a:noFill/>
            <a:round/>
            <a:headEnd/>
            <a:tailEnd/>
          </a:ln>
          <a:effectLst/>
        </p:spPr>
      </p:sp>
      <p:sp>
        <p:nvSpPr>
          <p:cNvPr id="2" name="Rectangle 2"/>
          <p:cNvSpPr>
            <a:spLocks noGrp="1" noChangeArrowheads="1"/>
          </p:cNvSpPr>
          <p:nvPr>
            <p:ph type="body"/>
          </p:nvPr>
        </p:nvSpPr>
        <p:spPr bwMode="auto">
          <a:xfrm>
            <a:off x="685800" y="4343400"/>
            <a:ext cx="5484813" cy="4113213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/>
          <a:p>
            <a:pPr lvl="0"/>
            <a:endParaRPr lang="pt-BR" altLang="pt-BR" noProof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defTabSz="449263" rtl="0" eaLnBrk="0" fontAlgn="base" hangingPunct="0">
      <a:spcBef>
        <a:spcPct val="30000"/>
      </a:spcBef>
      <a:spcAft>
        <a:spcPct val="0"/>
      </a:spcAft>
      <a:buClr>
        <a:srgbClr val="000000"/>
      </a:buClr>
      <a:buSzPct val="100000"/>
      <a:buFont typeface="Times New Roman" pitchFamily="18" charset="0"/>
      <a:defRPr sz="1200" kern="1200">
        <a:solidFill>
          <a:srgbClr val="000000"/>
        </a:solidFill>
        <a:latin typeface="Times New Roman" panose="02020603050405020304" pitchFamily="18" charset="0"/>
        <a:ea typeface="+mn-ea"/>
        <a:cs typeface="+mn-cs"/>
      </a:defRPr>
    </a:lvl1pPr>
    <a:lvl2pPr marL="742950" indent="-285750" algn="l" defTabSz="449263" rtl="0" eaLnBrk="0" fontAlgn="base" hangingPunct="0">
      <a:spcBef>
        <a:spcPct val="30000"/>
      </a:spcBef>
      <a:spcAft>
        <a:spcPct val="0"/>
      </a:spcAft>
      <a:buClr>
        <a:srgbClr val="000000"/>
      </a:buClr>
      <a:buSzPct val="100000"/>
      <a:buFont typeface="Times New Roman" pitchFamily="18" charset="0"/>
      <a:defRPr sz="1200" kern="1200">
        <a:solidFill>
          <a:srgbClr val="000000"/>
        </a:solidFill>
        <a:latin typeface="Times New Roman" panose="02020603050405020304" pitchFamily="18" charset="0"/>
        <a:ea typeface="+mn-ea"/>
        <a:cs typeface="+mn-cs"/>
      </a:defRPr>
    </a:lvl2pPr>
    <a:lvl3pPr marL="1143000" indent="-228600" algn="l" defTabSz="449263" rtl="0" eaLnBrk="0" fontAlgn="base" hangingPunct="0">
      <a:spcBef>
        <a:spcPct val="30000"/>
      </a:spcBef>
      <a:spcAft>
        <a:spcPct val="0"/>
      </a:spcAft>
      <a:buClr>
        <a:srgbClr val="000000"/>
      </a:buClr>
      <a:buSzPct val="100000"/>
      <a:buFont typeface="Times New Roman" pitchFamily="18" charset="0"/>
      <a:defRPr sz="1200" kern="1200">
        <a:solidFill>
          <a:srgbClr val="000000"/>
        </a:solidFill>
        <a:latin typeface="Times New Roman" panose="02020603050405020304" pitchFamily="18" charset="0"/>
        <a:ea typeface="+mn-ea"/>
        <a:cs typeface="+mn-cs"/>
      </a:defRPr>
    </a:lvl3pPr>
    <a:lvl4pPr marL="1600200" indent="-228600" algn="l" defTabSz="449263" rtl="0" eaLnBrk="0" fontAlgn="base" hangingPunct="0">
      <a:spcBef>
        <a:spcPct val="30000"/>
      </a:spcBef>
      <a:spcAft>
        <a:spcPct val="0"/>
      </a:spcAft>
      <a:buClr>
        <a:srgbClr val="000000"/>
      </a:buClr>
      <a:buSzPct val="100000"/>
      <a:buFont typeface="Times New Roman" pitchFamily="18" charset="0"/>
      <a:defRPr sz="1200" kern="1200">
        <a:solidFill>
          <a:srgbClr val="000000"/>
        </a:solidFill>
        <a:latin typeface="Times New Roman" panose="02020603050405020304" pitchFamily="18" charset="0"/>
        <a:ea typeface="+mn-ea"/>
        <a:cs typeface="+mn-cs"/>
      </a:defRPr>
    </a:lvl4pPr>
    <a:lvl5pPr marL="2057400" indent="-228600" algn="l" defTabSz="449263" rtl="0" eaLnBrk="0" fontAlgn="base" hangingPunct="0">
      <a:spcBef>
        <a:spcPct val="30000"/>
      </a:spcBef>
      <a:spcAft>
        <a:spcPct val="0"/>
      </a:spcAft>
      <a:buClr>
        <a:srgbClr val="000000"/>
      </a:buClr>
      <a:buSzPct val="100000"/>
      <a:buFont typeface="Times New Roman" pitchFamily="18" charset="0"/>
      <a:defRPr sz="1200" kern="1200">
        <a:solidFill>
          <a:srgbClr val="000000"/>
        </a:solidFill>
        <a:latin typeface="Times New Roman" panose="02020603050405020304" pitchFamily="18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Rectangle 1025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43000" y="695325"/>
            <a:ext cx="4572000" cy="3429000"/>
          </a:xfrm>
          <a:solidFill>
            <a:srgbClr val="FFFFFF"/>
          </a:solidFill>
          <a:ln>
            <a:solidFill>
              <a:srgbClr val="000000"/>
            </a:solidFill>
            <a:miter lim="800000"/>
          </a:ln>
        </p:spPr>
      </p:sp>
      <p:sp>
        <p:nvSpPr>
          <p:cNvPr id="5123" name="Rectangle 1026"/>
          <p:cNvSpPr>
            <a:spLocks noGrp="1" noChangeArrowheads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noFill/>
        </p:spPr>
        <p:txBody>
          <a:bodyPr wrap="none" anchor="ctr"/>
          <a:lstStyle/>
          <a:p>
            <a:endParaRPr lang="pt-BR" altLang="pt-BR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Rectangle 1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43000" y="695325"/>
            <a:ext cx="4572000" cy="3429000"/>
          </a:xfrm>
          <a:solidFill>
            <a:srgbClr val="FFFFFF"/>
          </a:solidFill>
          <a:ln>
            <a:solidFill>
              <a:srgbClr val="000000"/>
            </a:solidFill>
            <a:miter lim="800000"/>
          </a:ln>
        </p:spPr>
      </p:sp>
      <p:sp>
        <p:nvSpPr>
          <p:cNvPr id="7171" name="Rectangle 2"/>
          <p:cNvSpPr>
            <a:spLocks noGrp="1" noChangeArrowheads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noFill/>
        </p:spPr>
        <p:txBody>
          <a:bodyPr wrap="none" anchor="ctr"/>
          <a:lstStyle/>
          <a:p>
            <a:endParaRPr lang="pt-BR" altLang="pt-BR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Rectangle 1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43000" y="695325"/>
            <a:ext cx="4572000" cy="3429000"/>
          </a:xfrm>
          <a:solidFill>
            <a:srgbClr val="FFFFFF"/>
          </a:solidFill>
          <a:ln>
            <a:solidFill>
              <a:srgbClr val="000000"/>
            </a:solidFill>
            <a:miter lim="800000"/>
          </a:ln>
        </p:spPr>
      </p:sp>
      <p:sp>
        <p:nvSpPr>
          <p:cNvPr id="9219" name="Rectangle 2"/>
          <p:cNvSpPr>
            <a:spLocks noGrp="1" noChangeArrowheads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noFill/>
        </p:spPr>
        <p:txBody>
          <a:bodyPr wrap="none" anchor="ctr"/>
          <a:lstStyle/>
          <a:p>
            <a:endParaRPr lang="pt-BR" altLang="pt-BR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Rectangle 1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43000" y="695325"/>
            <a:ext cx="4572000" cy="3429000"/>
          </a:xfrm>
          <a:solidFill>
            <a:srgbClr val="FFFFFF"/>
          </a:solidFill>
          <a:ln>
            <a:solidFill>
              <a:srgbClr val="000000"/>
            </a:solidFill>
            <a:miter lim="800000"/>
          </a:ln>
        </p:spPr>
      </p:sp>
      <p:sp>
        <p:nvSpPr>
          <p:cNvPr id="11267" name="Rectangle 2"/>
          <p:cNvSpPr>
            <a:spLocks noGrp="1" noChangeArrowheads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noFill/>
        </p:spPr>
        <p:txBody>
          <a:bodyPr wrap="none" anchor="ctr"/>
          <a:lstStyle/>
          <a:p>
            <a:endParaRPr lang="pt-BR" altLang="pt-BR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Rectangle 1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43000" y="695325"/>
            <a:ext cx="4572000" cy="3429000"/>
          </a:xfrm>
          <a:solidFill>
            <a:srgbClr val="FFFFFF"/>
          </a:solidFill>
          <a:ln>
            <a:solidFill>
              <a:srgbClr val="000000"/>
            </a:solidFill>
            <a:miter lim="800000"/>
          </a:ln>
        </p:spPr>
      </p:sp>
      <p:sp>
        <p:nvSpPr>
          <p:cNvPr id="13315" name="Rectangle 2"/>
          <p:cNvSpPr>
            <a:spLocks noGrp="1" noChangeArrowheads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noFill/>
        </p:spPr>
        <p:txBody>
          <a:bodyPr wrap="none" anchor="ctr"/>
          <a:lstStyle/>
          <a:p>
            <a:endParaRPr lang="pt-BR" altLang="pt-BR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Rectangle 1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43000" y="695325"/>
            <a:ext cx="4572000" cy="3429000"/>
          </a:xfrm>
          <a:solidFill>
            <a:srgbClr val="FFFFFF"/>
          </a:solidFill>
          <a:ln>
            <a:solidFill>
              <a:srgbClr val="000000"/>
            </a:solidFill>
            <a:miter lim="800000"/>
          </a:ln>
        </p:spPr>
      </p:sp>
      <p:sp>
        <p:nvSpPr>
          <p:cNvPr id="15363" name="Rectangle 2"/>
          <p:cNvSpPr>
            <a:spLocks noGrp="1" noChangeArrowheads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noFill/>
        </p:spPr>
        <p:txBody>
          <a:bodyPr wrap="none" anchor="ctr"/>
          <a:lstStyle/>
          <a:p>
            <a:endParaRPr lang="pt-BR" altLang="pt-BR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Rectangle 1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43000" y="695325"/>
            <a:ext cx="4572000" cy="3429000"/>
          </a:xfrm>
          <a:solidFill>
            <a:srgbClr val="FFFFFF"/>
          </a:solidFill>
          <a:ln>
            <a:solidFill>
              <a:srgbClr val="000000"/>
            </a:solidFill>
            <a:miter lim="800000"/>
          </a:ln>
        </p:spPr>
      </p:sp>
      <p:sp>
        <p:nvSpPr>
          <p:cNvPr id="17411" name="Rectangle 2"/>
          <p:cNvSpPr>
            <a:spLocks noGrp="1" noChangeArrowheads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noFill/>
        </p:spPr>
        <p:txBody>
          <a:bodyPr wrap="none" anchor="ctr"/>
          <a:lstStyle/>
          <a:p>
            <a:endParaRPr lang="pt-BR" altLang="pt-BR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Rectangle 1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43000" y="695325"/>
            <a:ext cx="4572000" cy="3429000"/>
          </a:xfrm>
          <a:solidFill>
            <a:srgbClr val="FFFFFF"/>
          </a:solidFill>
          <a:ln>
            <a:solidFill>
              <a:srgbClr val="000000"/>
            </a:solidFill>
            <a:miter lim="800000"/>
          </a:ln>
        </p:spPr>
      </p:sp>
      <p:sp>
        <p:nvSpPr>
          <p:cNvPr id="19459" name="Rectangle 2"/>
          <p:cNvSpPr>
            <a:spLocks noGrp="1" noChangeArrowheads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noFill/>
        </p:spPr>
        <p:txBody>
          <a:bodyPr wrap="none" anchor="ctr"/>
          <a:lstStyle/>
          <a:p>
            <a:endParaRPr lang="pt-BR" altLang="pt-BR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Rectangle 1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43000" y="695325"/>
            <a:ext cx="4572000" cy="3429000"/>
          </a:xfrm>
          <a:solidFill>
            <a:srgbClr val="FFFFFF"/>
          </a:solidFill>
          <a:ln>
            <a:solidFill>
              <a:srgbClr val="000000"/>
            </a:solidFill>
            <a:miter lim="800000"/>
          </a:ln>
        </p:spPr>
      </p:sp>
      <p:sp>
        <p:nvSpPr>
          <p:cNvPr id="21507" name="Rectangle 2"/>
          <p:cNvSpPr>
            <a:spLocks noGrp="1" noChangeArrowheads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noFill/>
        </p:spPr>
        <p:txBody>
          <a:bodyPr wrap="none" anchor="ctr"/>
          <a:lstStyle/>
          <a:p>
            <a:endParaRPr lang="pt-BR" altLang="pt-BR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4" name="Rectangle 1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43000" y="695325"/>
            <a:ext cx="4572000" cy="3429000"/>
          </a:xfrm>
          <a:solidFill>
            <a:srgbClr val="FFFFFF"/>
          </a:solidFill>
          <a:ln>
            <a:solidFill>
              <a:srgbClr val="000000"/>
            </a:solidFill>
            <a:miter lim="800000"/>
          </a:ln>
        </p:spPr>
      </p:sp>
      <p:sp>
        <p:nvSpPr>
          <p:cNvPr id="23555" name="Rectangle 2"/>
          <p:cNvSpPr>
            <a:spLocks noGrp="1" noChangeArrowheads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noFill/>
        </p:spPr>
        <p:txBody>
          <a:bodyPr wrap="none" anchor="ctr"/>
          <a:lstStyle/>
          <a:p>
            <a:endParaRPr lang="pt-BR" altLang="pt-BR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Rectangle 1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43000" y="695325"/>
            <a:ext cx="4572000" cy="3429000"/>
          </a:xfrm>
          <a:solidFill>
            <a:srgbClr val="FFFFFF"/>
          </a:solidFill>
          <a:ln>
            <a:solidFill>
              <a:srgbClr val="000000"/>
            </a:solidFill>
            <a:miter lim="800000"/>
          </a:ln>
        </p:spPr>
      </p:sp>
      <p:sp>
        <p:nvSpPr>
          <p:cNvPr id="25603" name="Rectangle 2"/>
          <p:cNvSpPr>
            <a:spLocks noGrp="1" noChangeArrowheads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noFill/>
        </p:spPr>
        <p:txBody>
          <a:bodyPr wrap="none" anchor="ctr"/>
          <a:lstStyle/>
          <a:p>
            <a:endParaRPr lang="pt-BR" altLang="pt-BR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50" name="Rectangle 1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43000" y="695325"/>
            <a:ext cx="4572000" cy="3429000"/>
          </a:xfrm>
          <a:solidFill>
            <a:srgbClr val="FFFFFF"/>
          </a:solidFill>
          <a:ln>
            <a:solidFill>
              <a:srgbClr val="000000"/>
            </a:solidFill>
            <a:miter lim="800000"/>
          </a:ln>
        </p:spPr>
      </p:sp>
      <p:sp>
        <p:nvSpPr>
          <p:cNvPr id="27651" name="Rectangle 2"/>
          <p:cNvSpPr>
            <a:spLocks noGrp="1" noChangeArrowheads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noFill/>
        </p:spPr>
        <p:txBody>
          <a:bodyPr wrap="none" anchor="ctr"/>
          <a:lstStyle/>
          <a:p>
            <a:endParaRPr lang="pt-BR" altLang="pt-BR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8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43000" y="695325"/>
            <a:ext cx="4572000" cy="3429000"/>
          </a:xfrm>
          <a:solidFill>
            <a:srgbClr val="FFFFFF"/>
          </a:solidFill>
          <a:ln>
            <a:solidFill>
              <a:srgbClr val="000000"/>
            </a:solidFill>
            <a:miter lim="800000"/>
          </a:ln>
        </p:spPr>
      </p:sp>
      <p:sp>
        <p:nvSpPr>
          <p:cNvPr id="2969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noFill/>
        </p:spPr>
        <p:txBody>
          <a:bodyPr wrap="none" anchor="ctr"/>
          <a:lstStyle/>
          <a:p>
            <a:endParaRPr lang="pt-BR" altLang="pt-BR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6" name="Rectangle 1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43000" y="695325"/>
            <a:ext cx="4572000" cy="3429000"/>
          </a:xfrm>
          <a:solidFill>
            <a:srgbClr val="FFFFFF"/>
          </a:solidFill>
          <a:ln>
            <a:solidFill>
              <a:srgbClr val="000000"/>
            </a:solidFill>
            <a:miter lim="800000"/>
          </a:ln>
        </p:spPr>
      </p:sp>
      <p:sp>
        <p:nvSpPr>
          <p:cNvPr id="31747" name="Rectangle 2"/>
          <p:cNvSpPr>
            <a:spLocks noGrp="1" noChangeArrowheads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noFill/>
        </p:spPr>
        <p:txBody>
          <a:bodyPr wrap="none" anchor="ctr"/>
          <a:lstStyle/>
          <a:p>
            <a:endParaRPr lang="pt-BR" altLang="pt-BR"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94" name="Rectangle 1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43000" y="695325"/>
            <a:ext cx="4572000" cy="3429000"/>
          </a:xfrm>
          <a:solidFill>
            <a:srgbClr val="FFFFFF"/>
          </a:solidFill>
          <a:ln>
            <a:solidFill>
              <a:srgbClr val="000000"/>
            </a:solidFill>
            <a:miter lim="800000"/>
          </a:ln>
        </p:spPr>
      </p:sp>
      <p:sp>
        <p:nvSpPr>
          <p:cNvPr id="33795" name="Rectangle 2"/>
          <p:cNvSpPr>
            <a:spLocks noGrp="1" noChangeArrowheads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noFill/>
        </p:spPr>
        <p:txBody>
          <a:bodyPr wrap="none" anchor="ctr"/>
          <a:lstStyle/>
          <a:p>
            <a:endParaRPr lang="pt-BR" altLang="pt-BR"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2" name="Rectangle 1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43000" y="695325"/>
            <a:ext cx="4572000" cy="3429000"/>
          </a:xfrm>
          <a:solidFill>
            <a:srgbClr val="FFFFFF"/>
          </a:solidFill>
          <a:ln>
            <a:solidFill>
              <a:srgbClr val="000000"/>
            </a:solidFill>
            <a:miter lim="800000"/>
          </a:ln>
        </p:spPr>
      </p:sp>
      <p:sp>
        <p:nvSpPr>
          <p:cNvPr id="35843" name="Rectangle 2"/>
          <p:cNvSpPr>
            <a:spLocks noGrp="1" noChangeArrowheads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noFill/>
        </p:spPr>
        <p:txBody>
          <a:bodyPr wrap="none" anchor="ctr"/>
          <a:lstStyle/>
          <a:p>
            <a:endParaRPr lang="pt-BR" altLang="pt-BR"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90" name="Rectangle 1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43000" y="695325"/>
            <a:ext cx="4572000" cy="3429000"/>
          </a:xfrm>
          <a:solidFill>
            <a:srgbClr val="FFFFFF"/>
          </a:solidFill>
          <a:ln>
            <a:solidFill>
              <a:srgbClr val="000000"/>
            </a:solidFill>
            <a:miter lim="800000"/>
          </a:ln>
        </p:spPr>
      </p:sp>
      <p:sp>
        <p:nvSpPr>
          <p:cNvPr id="37891" name="Rectangle 2"/>
          <p:cNvSpPr>
            <a:spLocks noGrp="1" noChangeArrowheads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noFill/>
        </p:spPr>
        <p:txBody>
          <a:bodyPr wrap="none" anchor="ctr"/>
          <a:lstStyle/>
          <a:p>
            <a:endParaRPr lang="pt-BR" altLang="pt-BR"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38" name="Rectangle 1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43000" y="695325"/>
            <a:ext cx="4572000" cy="3429000"/>
          </a:xfrm>
          <a:solidFill>
            <a:srgbClr val="FFFFFF"/>
          </a:solidFill>
          <a:ln>
            <a:solidFill>
              <a:srgbClr val="000000"/>
            </a:solidFill>
            <a:miter lim="800000"/>
          </a:ln>
        </p:spPr>
      </p:sp>
      <p:sp>
        <p:nvSpPr>
          <p:cNvPr id="39939" name="Rectangle 2"/>
          <p:cNvSpPr>
            <a:spLocks noGrp="1" noChangeArrowheads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noFill/>
        </p:spPr>
        <p:txBody>
          <a:bodyPr wrap="none" anchor="ctr"/>
          <a:lstStyle/>
          <a:p>
            <a:endParaRPr lang="pt-BR" altLang="pt-BR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>
          <a:xfrm>
            <a:off x="1143000" y="1122363"/>
            <a:ext cx="6858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Subtítulo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pt-BR"/>
              <a:t>Clique para editar o estilo do subtítulo mestre</a:t>
            </a:r>
          </a:p>
        </p:txBody>
      </p:sp>
      <p:sp>
        <p:nvSpPr>
          <p:cNvPr id="4" name="Rectangle 26"/>
          <p:cNvSpPr>
            <a:spLocks noGrp="1" noChangeArrowheads="1"/>
          </p:cNvSpPr>
          <p:nvPr>
            <p:ph type="dt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 altLang="pt-BR"/>
          </a:p>
        </p:txBody>
      </p:sp>
      <p:sp>
        <p:nvSpPr>
          <p:cNvPr id="5" name="Rectangle 27"/>
          <p:cNvSpPr>
            <a:spLocks noGrp="1" noChangeArrowheads="1"/>
          </p:cNvSpPr>
          <p:nvPr>
            <p:ph type="ft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 altLang="pt-BR"/>
          </a:p>
        </p:txBody>
      </p:sp>
      <p:sp>
        <p:nvSpPr>
          <p:cNvPr id="6" name="Rectangle 28"/>
          <p:cNvSpPr>
            <a:spLocks noGrp="1" noChangeArrowheads="1"/>
          </p:cNvSpPr>
          <p:nvPr>
            <p:ph type="sldNum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E0A24FBE-B9FB-42AC-BB91-768E2A8A2F50}" type="slidenum">
              <a:rPr lang="en-GB" altLang="pt-BR"/>
              <a:pPr/>
              <a:t>‹nº›</a:t>
            </a:fld>
            <a:endParaRPr lang="en-GB" altLang="pt-BR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Rectangle 26"/>
          <p:cNvSpPr>
            <a:spLocks noGrp="1" noChangeArrowheads="1"/>
          </p:cNvSpPr>
          <p:nvPr>
            <p:ph type="dt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 altLang="pt-BR"/>
          </a:p>
        </p:txBody>
      </p:sp>
      <p:sp>
        <p:nvSpPr>
          <p:cNvPr id="5" name="Rectangle 27"/>
          <p:cNvSpPr>
            <a:spLocks noGrp="1" noChangeArrowheads="1"/>
          </p:cNvSpPr>
          <p:nvPr>
            <p:ph type="ft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 altLang="pt-BR"/>
          </a:p>
        </p:txBody>
      </p:sp>
      <p:sp>
        <p:nvSpPr>
          <p:cNvPr id="6" name="Rectangle 28"/>
          <p:cNvSpPr>
            <a:spLocks noGrp="1" noChangeArrowheads="1"/>
          </p:cNvSpPr>
          <p:nvPr>
            <p:ph type="sldNum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9DE440DE-9342-49EF-BEB1-99C6971377EC}" type="slidenum">
              <a:rPr lang="en-GB" altLang="pt-BR"/>
              <a:pPr/>
              <a:t>‹nº›</a:t>
            </a:fld>
            <a:endParaRPr lang="en-GB" altLang="pt-BR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623888" y="1709738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623888" y="4589463"/>
            <a:ext cx="7886700" cy="1500187"/>
          </a:xfrm>
        </p:spPr>
        <p:txBody>
          <a:bodyPr/>
          <a:lstStyle>
            <a:lvl1pPr marL="0" indent="0">
              <a:buNone/>
              <a:defRPr sz="2400"/>
            </a:lvl1pPr>
            <a:lvl2pPr marL="457200" indent="0">
              <a:buNone/>
              <a:defRPr sz="2000"/>
            </a:lvl2pPr>
            <a:lvl3pPr marL="914400" indent="0">
              <a:buNone/>
              <a:defRPr sz="18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lvl="0"/>
            <a:r>
              <a:rPr lang="pt-BR"/>
              <a:t>Clique para editar o texto mestre</a:t>
            </a:r>
          </a:p>
        </p:txBody>
      </p:sp>
      <p:sp>
        <p:nvSpPr>
          <p:cNvPr id="4" name="Rectangle 26"/>
          <p:cNvSpPr>
            <a:spLocks noGrp="1" noChangeArrowheads="1"/>
          </p:cNvSpPr>
          <p:nvPr>
            <p:ph type="dt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 altLang="pt-BR"/>
          </a:p>
        </p:txBody>
      </p:sp>
      <p:sp>
        <p:nvSpPr>
          <p:cNvPr id="5" name="Rectangle 27"/>
          <p:cNvSpPr>
            <a:spLocks noGrp="1" noChangeArrowheads="1"/>
          </p:cNvSpPr>
          <p:nvPr>
            <p:ph type="ft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 altLang="pt-BR"/>
          </a:p>
        </p:txBody>
      </p:sp>
      <p:sp>
        <p:nvSpPr>
          <p:cNvPr id="6" name="Rectangle 28"/>
          <p:cNvSpPr>
            <a:spLocks noGrp="1" noChangeArrowheads="1"/>
          </p:cNvSpPr>
          <p:nvPr>
            <p:ph type="sldNum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A9080456-BAA1-489F-8AFC-0FB7029F1DCF}" type="slidenum">
              <a:rPr lang="en-GB" altLang="pt-BR"/>
              <a:pPr/>
              <a:t>‹nº›</a:t>
            </a:fld>
            <a:endParaRPr lang="en-GB" altLang="pt-BR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sz="half" idx="1"/>
          </p:nvPr>
        </p:nvSpPr>
        <p:spPr>
          <a:xfrm>
            <a:off x="1173163" y="1981200"/>
            <a:ext cx="3808412" cy="4233863"/>
          </a:xfrm>
        </p:spPr>
        <p:txBody>
          <a:bodyPr/>
          <a:lstStyle/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Conteúdo 3"/>
          <p:cNvSpPr>
            <a:spLocks noGrp="1"/>
          </p:cNvSpPr>
          <p:nvPr>
            <p:ph sz="half" idx="2"/>
          </p:nvPr>
        </p:nvSpPr>
        <p:spPr>
          <a:xfrm>
            <a:off x="5133975" y="1981200"/>
            <a:ext cx="3810000" cy="4233863"/>
          </a:xfrm>
        </p:spPr>
        <p:txBody>
          <a:bodyPr/>
          <a:lstStyle/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Rectangle 26"/>
          <p:cNvSpPr>
            <a:spLocks noGrp="1" noChangeArrowheads="1"/>
          </p:cNvSpPr>
          <p:nvPr>
            <p:ph type="dt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 altLang="pt-BR"/>
          </a:p>
        </p:txBody>
      </p:sp>
      <p:sp>
        <p:nvSpPr>
          <p:cNvPr id="6" name="Rectangle 27"/>
          <p:cNvSpPr>
            <a:spLocks noGrp="1" noChangeArrowheads="1"/>
          </p:cNvSpPr>
          <p:nvPr>
            <p:ph type="ft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 altLang="pt-BR"/>
          </a:p>
        </p:txBody>
      </p:sp>
      <p:sp>
        <p:nvSpPr>
          <p:cNvPr id="7" name="Rectangle 28"/>
          <p:cNvSpPr>
            <a:spLocks noGrp="1" noChangeArrowheads="1"/>
          </p:cNvSpPr>
          <p:nvPr>
            <p:ph type="sldNum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6BDC1111-CFFC-4199-A019-49A4DC68767A}" type="slidenum">
              <a:rPr lang="en-GB" altLang="pt-BR"/>
              <a:pPr/>
              <a:t>‹nº›</a:t>
            </a:fld>
            <a:endParaRPr lang="en-GB" altLang="pt-BR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630238" y="365125"/>
            <a:ext cx="7886700" cy="1325563"/>
          </a:xfrm>
        </p:spPr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630238" y="1681163"/>
            <a:ext cx="386873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 texto mestre</a:t>
            </a:r>
          </a:p>
        </p:txBody>
      </p:sp>
      <p:sp>
        <p:nvSpPr>
          <p:cNvPr id="4" name="Espaço Reservado para Conteúdo 3"/>
          <p:cNvSpPr>
            <a:spLocks noGrp="1"/>
          </p:cNvSpPr>
          <p:nvPr>
            <p:ph sz="half" idx="2"/>
          </p:nvPr>
        </p:nvSpPr>
        <p:spPr>
          <a:xfrm>
            <a:off x="630238" y="2505075"/>
            <a:ext cx="3868737" cy="3684588"/>
          </a:xfrm>
        </p:spPr>
        <p:txBody>
          <a:bodyPr/>
          <a:lstStyle/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Texto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7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 texto mestre</a:t>
            </a:r>
          </a:p>
        </p:txBody>
      </p:sp>
      <p:sp>
        <p:nvSpPr>
          <p:cNvPr id="6" name="Espaço Reservado para Conteúdo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788" cy="3684588"/>
          </a:xfrm>
        </p:spPr>
        <p:txBody>
          <a:bodyPr/>
          <a:lstStyle/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7" name="Rectangle 26"/>
          <p:cNvSpPr>
            <a:spLocks noGrp="1" noChangeArrowheads="1"/>
          </p:cNvSpPr>
          <p:nvPr>
            <p:ph type="dt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 altLang="pt-BR"/>
          </a:p>
        </p:txBody>
      </p:sp>
      <p:sp>
        <p:nvSpPr>
          <p:cNvPr id="8" name="Rectangle 27"/>
          <p:cNvSpPr>
            <a:spLocks noGrp="1" noChangeArrowheads="1"/>
          </p:cNvSpPr>
          <p:nvPr>
            <p:ph type="ft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 altLang="pt-BR"/>
          </a:p>
        </p:txBody>
      </p:sp>
      <p:sp>
        <p:nvSpPr>
          <p:cNvPr id="9" name="Rectangle 28"/>
          <p:cNvSpPr>
            <a:spLocks noGrp="1" noChangeArrowheads="1"/>
          </p:cNvSpPr>
          <p:nvPr>
            <p:ph type="sldNum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A8F5CD9E-7DA1-4130-8C3F-2C4AB5885D62}" type="slidenum">
              <a:rPr lang="en-GB" altLang="pt-BR"/>
              <a:pPr/>
              <a:t>‹nº›</a:t>
            </a:fld>
            <a:endParaRPr lang="en-GB" altLang="pt-BR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Rectangle 26"/>
          <p:cNvSpPr>
            <a:spLocks noGrp="1" noChangeArrowheads="1"/>
          </p:cNvSpPr>
          <p:nvPr>
            <p:ph type="dt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 altLang="pt-BR"/>
          </a:p>
        </p:txBody>
      </p:sp>
      <p:sp>
        <p:nvSpPr>
          <p:cNvPr id="4" name="Rectangle 27"/>
          <p:cNvSpPr>
            <a:spLocks noGrp="1" noChangeArrowheads="1"/>
          </p:cNvSpPr>
          <p:nvPr>
            <p:ph type="ft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 altLang="pt-BR"/>
          </a:p>
        </p:txBody>
      </p:sp>
      <p:sp>
        <p:nvSpPr>
          <p:cNvPr id="5" name="Rectangle 28"/>
          <p:cNvSpPr>
            <a:spLocks noGrp="1" noChangeArrowheads="1"/>
          </p:cNvSpPr>
          <p:nvPr>
            <p:ph type="sldNum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EA27C469-20CB-4D1A-9377-8DC77A591139}" type="slidenum">
              <a:rPr lang="en-GB" altLang="pt-BR"/>
              <a:pPr/>
              <a:t>‹nº›</a:t>
            </a:fld>
            <a:endParaRPr lang="en-GB" altLang="pt-BR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6"/>
          <p:cNvSpPr>
            <a:spLocks noGrp="1" noChangeArrowheads="1"/>
          </p:cNvSpPr>
          <p:nvPr>
            <p:ph type="dt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 altLang="pt-BR"/>
          </a:p>
        </p:txBody>
      </p:sp>
      <p:sp>
        <p:nvSpPr>
          <p:cNvPr id="3" name="Rectangle 27"/>
          <p:cNvSpPr>
            <a:spLocks noGrp="1" noChangeArrowheads="1"/>
          </p:cNvSpPr>
          <p:nvPr>
            <p:ph type="ft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 altLang="pt-BR"/>
          </a:p>
        </p:txBody>
      </p:sp>
      <p:sp>
        <p:nvSpPr>
          <p:cNvPr id="4" name="Rectangle 28"/>
          <p:cNvSpPr>
            <a:spLocks noGrp="1" noChangeArrowheads="1"/>
          </p:cNvSpPr>
          <p:nvPr>
            <p:ph type="sldNum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B806FEB2-17DB-444B-A8BD-0A4D808A627D}" type="slidenum">
              <a:rPr lang="en-GB" altLang="pt-BR"/>
              <a:pPr/>
              <a:t>‹nº›</a:t>
            </a:fld>
            <a:endParaRPr lang="en-GB" altLang="pt-BR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>
          <a:xfrm>
            <a:off x="3887788" y="987425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Texto 3"/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 texto mestre</a:t>
            </a:r>
          </a:p>
        </p:txBody>
      </p:sp>
      <p:sp>
        <p:nvSpPr>
          <p:cNvPr id="5" name="Rectangle 26"/>
          <p:cNvSpPr>
            <a:spLocks noGrp="1" noChangeArrowheads="1"/>
          </p:cNvSpPr>
          <p:nvPr>
            <p:ph type="dt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 altLang="pt-BR"/>
          </a:p>
        </p:txBody>
      </p:sp>
      <p:sp>
        <p:nvSpPr>
          <p:cNvPr id="6" name="Rectangle 27"/>
          <p:cNvSpPr>
            <a:spLocks noGrp="1" noChangeArrowheads="1"/>
          </p:cNvSpPr>
          <p:nvPr>
            <p:ph type="ft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 altLang="pt-BR"/>
          </a:p>
        </p:txBody>
      </p:sp>
      <p:sp>
        <p:nvSpPr>
          <p:cNvPr id="7" name="Rectangle 28"/>
          <p:cNvSpPr>
            <a:spLocks noGrp="1" noChangeArrowheads="1"/>
          </p:cNvSpPr>
          <p:nvPr>
            <p:ph type="sldNum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B17916D7-F665-4268-868C-63B6B7C49722}" type="slidenum">
              <a:rPr lang="en-GB" altLang="pt-BR"/>
              <a:pPr/>
              <a:t>‹nº›</a:t>
            </a:fld>
            <a:endParaRPr lang="en-GB" altLang="pt-BR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Imagem 2"/>
          <p:cNvSpPr>
            <a:spLocks noGrp="1"/>
          </p:cNvSpPr>
          <p:nvPr>
            <p:ph type="pic" idx="1"/>
          </p:nvPr>
        </p:nvSpPr>
        <p:spPr>
          <a:xfrm>
            <a:off x="3887788" y="987425"/>
            <a:ext cx="462915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pt-BR" noProof="0"/>
          </a:p>
        </p:txBody>
      </p:sp>
      <p:sp>
        <p:nvSpPr>
          <p:cNvPr id="4" name="Espaço Reservado para Texto 3"/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 texto mestre</a:t>
            </a:r>
          </a:p>
        </p:txBody>
      </p:sp>
      <p:sp>
        <p:nvSpPr>
          <p:cNvPr id="5" name="Rectangle 26"/>
          <p:cNvSpPr>
            <a:spLocks noGrp="1" noChangeArrowheads="1"/>
          </p:cNvSpPr>
          <p:nvPr>
            <p:ph type="dt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 altLang="pt-BR"/>
          </a:p>
        </p:txBody>
      </p:sp>
      <p:sp>
        <p:nvSpPr>
          <p:cNvPr id="6" name="Rectangle 27"/>
          <p:cNvSpPr>
            <a:spLocks noGrp="1" noChangeArrowheads="1"/>
          </p:cNvSpPr>
          <p:nvPr>
            <p:ph type="ft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 altLang="pt-BR"/>
          </a:p>
        </p:txBody>
      </p:sp>
      <p:sp>
        <p:nvSpPr>
          <p:cNvPr id="7" name="Rectangle 28"/>
          <p:cNvSpPr>
            <a:spLocks noGrp="1" noChangeArrowheads="1"/>
          </p:cNvSpPr>
          <p:nvPr>
            <p:ph type="sldNum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BC00CD0E-5269-49E3-AAAB-205E69480D90}" type="slidenum">
              <a:rPr lang="en-GB" altLang="pt-BR"/>
              <a:pPr/>
              <a:t>‹nº›</a:t>
            </a:fld>
            <a:endParaRPr lang="en-GB" altLang="pt-BR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Rectangle 26"/>
          <p:cNvSpPr>
            <a:spLocks noGrp="1" noChangeArrowheads="1"/>
          </p:cNvSpPr>
          <p:nvPr>
            <p:ph type="dt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 altLang="pt-BR"/>
          </a:p>
        </p:txBody>
      </p:sp>
      <p:sp>
        <p:nvSpPr>
          <p:cNvPr id="5" name="Rectangle 27"/>
          <p:cNvSpPr>
            <a:spLocks noGrp="1" noChangeArrowheads="1"/>
          </p:cNvSpPr>
          <p:nvPr>
            <p:ph type="ft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 altLang="pt-BR"/>
          </a:p>
        </p:txBody>
      </p:sp>
      <p:sp>
        <p:nvSpPr>
          <p:cNvPr id="6" name="Rectangle 28"/>
          <p:cNvSpPr>
            <a:spLocks noGrp="1" noChangeArrowheads="1"/>
          </p:cNvSpPr>
          <p:nvPr>
            <p:ph type="sldNum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0A29C038-3116-4D40-9282-B7F2E168E314}" type="slidenum">
              <a:rPr lang="en-GB" altLang="pt-BR"/>
              <a:pPr/>
              <a:t>‹nº›</a:t>
            </a:fld>
            <a:endParaRPr lang="en-GB" altLang="pt-BR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e texto verticai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/>
          <p:cNvSpPr>
            <a:spLocks noGrp="1"/>
          </p:cNvSpPr>
          <p:nvPr>
            <p:ph type="title" orient="vert"/>
          </p:nvPr>
        </p:nvSpPr>
        <p:spPr>
          <a:xfrm>
            <a:off x="7002463" y="311150"/>
            <a:ext cx="1941512" cy="5903913"/>
          </a:xfrm>
        </p:spPr>
        <p:txBody>
          <a:bodyPr vert="eaVert"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/>
          <p:cNvSpPr>
            <a:spLocks noGrp="1"/>
          </p:cNvSpPr>
          <p:nvPr>
            <p:ph type="body" orient="vert" idx="1"/>
          </p:nvPr>
        </p:nvSpPr>
        <p:spPr>
          <a:xfrm>
            <a:off x="1173163" y="311150"/>
            <a:ext cx="5676900" cy="5903913"/>
          </a:xfrm>
        </p:spPr>
        <p:txBody>
          <a:bodyPr vert="eaVert"/>
          <a:lstStyle/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Rectangle 26"/>
          <p:cNvSpPr>
            <a:spLocks noGrp="1" noChangeArrowheads="1"/>
          </p:cNvSpPr>
          <p:nvPr>
            <p:ph type="dt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 altLang="pt-BR"/>
          </a:p>
        </p:txBody>
      </p:sp>
      <p:sp>
        <p:nvSpPr>
          <p:cNvPr id="5" name="Rectangle 27"/>
          <p:cNvSpPr>
            <a:spLocks noGrp="1" noChangeArrowheads="1"/>
          </p:cNvSpPr>
          <p:nvPr>
            <p:ph type="ft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 altLang="pt-BR"/>
          </a:p>
        </p:txBody>
      </p:sp>
      <p:sp>
        <p:nvSpPr>
          <p:cNvPr id="6" name="Rectangle 28"/>
          <p:cNvSpPr>
            <a:spLocks noGrp="1" noChangeArrowheads="1"/>
          </p:cNvSpPr>
          <p:nvPr>
            <p:ph type="sldNum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64973370-4DB4-40E9-AB96-3B1ADE342C8C}" type="slidenum">
              <a:rPr lang="en-GB" altLang="pt-BR"/>
              <a:pPr/>
              <a:t>‹nº›</a:t>
            </a:fld>
            <a:endParaRPr lang="en-GB" altLang="pt-BR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>
          <a:xfrm>
            <a:off x="1143000" y="1122363"/>
            <a:ext cx="6858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Subtítulo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pt-BR"/>
              <a:t>Clique para editar o estilo do subtítulo mestre</a:t>
            </a:r>
          </a:p>
        </p:txBody>
      </p:sp>
      <p:sp>
        <p:nvSpPr>
          <p:cNvPr id="4" name="Rectangle 25"/>
          <p:cNvSpPr>
            <a:spLocks noGrp="1" noChangeArrowheads="1"/>
          </p:cNvSpPr>
          <p:nvPr>
            <p:ph type="dt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 altLang="pt-BR"/>
          </a:p>
        </p:txBody>
      </p:sp>
      <p:sp>
        <p:nvSpPr>
          <p:cNvPr id="5" name="Rectangle 26"/>
          <p:cNvSpPr>
            <a:spLocks noGrp="1" noChangeArrowheads="1"/>
          </p:cNvSpPr>
          <p:nvPr>
            <p:ph type="ft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 altLang="pt-BR"/>
          </a:p>
        </p:txBody>
      </p:sp>
      <p:sp>
        <p:nvSpPr>
          <p:cNvPr id="6" name="Rectangle 27"/>
          <p:cNvSpPr>
            <a:spLocks noGrp="1" noChangeArrowheads="1"/>
          </p:cNvSpPr>
          <p:nvPr>
            <p:ph type="sldNum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F17C485B-1D19-4CC7-962C-A78E0DE216E0}" type="slidenum">
              <a:rPr lang="en-GB" altLang="pt-BR"/>
              <a:pPr/>
              <a:t>‹nº›</a:t>
            </a:fld>
            <a:endParaRPr lang="en-GB" altLang="pt-BR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Rectangle 25"/>
          <p:cNvSpPr>
            <a:spLocks noGrp="1" noChangeArrowheads="1"/>
          </p:cNvSpPr>
          <p:nvPr>
            <p:ph type="dt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 altLang="pt-BR"/>
          </a:p>
        </p:txBody>
      </p:sp>
      <p:sp>
        <p:nvSpPr>
          <p:cNvPr id="5" name="Rectangle 26"/>
          <p:cNvSpPr>
            <a:spLocks noGrp="1" noChangeArrowheads="1"/>
          </p:cNvSpPr>
          <p:nvPr>
            <p:ph type="ft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 altLang="pt-BR"/>
          </a:p>
        </p:txBody>
      </p:sp>
      <p:sp>
        <p:nvSpPr>
          <p:cNvPr id="6" name="Rectangle 27"/>
          <p:cNvSpPr>
            <a:spLocks noGrp="1" noChangeArrowheads="1"/>
          </p:cNvSpPr>
          <p:nvPr>
            <p:ph type="sldNum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23AC87FF-6F9A-4C0B-9FC2-00250CF43618}" type="slidenum">
              <a:rPr lang="en-GB" altLang="pt-BR"/>
              <a:pPr/>
              <a:t>‹nº›</a:t>
            </a:fld>
            <a:endParaRPr lang="en-GB" altLang="pt-BR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623888" y="1709738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623888" y="4589463"/>
            <a:ext cx="7886700" cy="1500187"/>
          </a:xfrm>
        </p:spPr>
        <p:txBody>
          <a:bodyPr/>
          <a:lstStyle>
            <a:lvl1pPr marL="0" indent="0">
              <a:buNone/>
              <a:defRPr sz="2400"/>
            </a:lvl1pPr>
            <a:lvl2pPr marL="457200" indent="0">
              <a:buNone/>
              <a:defRPr sz="2000"/>
            </a:lvl2pPr>
            <a:lvl3pPr marL="914400" indent="0">
              <a:buNone/>
              <a:defRPr sz="18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lvl="0"/>
            <a:r>
              <a:rPr lang="pt-BR"/>
              <a:t>Clique para editar o texto mestre</a:t>
            </a:r>
          </a:p>
        </p:txBody>
      </p:sp>
      <p:sp>
        <p:nvSpPr>
          <p:cNvPr id="4" name="Rectangle 25"/>
          <p:cNvSpPr>
            <a:spLocks noGrp="1" noChangeArrowheads="1"/>
          </p:cNvSpPr>
          <p:nvPr>
            <p:ph type="dt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 altLang="pt-BR"/>
          </a:p>
        </p:txBody>
      </p:sp>
      <p:sp>
        <p:nvSpPr>
          <p:cNvPr id="5" name="Rectangle 26"/>
          <p:cNvSpPr>
            <a:spLocks noGrp="1" noChangeArrowheads="1"/>
          </p:cNvSpPr>
          <p:nvPr>
            <p:ph type="ft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 altLang="pt-BR"/>
          </a:p>
        </p:txBody>
      </p:sp>
      <p:sp>
        <p:nvSpPr>
          <p:cNvPr id="6" name="Rectangle 27"/>
          <p:cNvSpPr>
            <a:spLocks noGrp="1" noChangeArrowheads="1"/>
          </p:cNvSpPr>
          <p:nvPr>
            <p:ph type="sldNum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99ACF8B7-3401-4E5D-8C10-474288C3C218}" type="slidenum">
              <a:rPr lang="en-GB" altLang="pt-BR"/>
              <a:pPr/>
              <a:t>‹nº›</a:t>
            </a:fld>
            <a:endParaRPr lang="en-GB" altLang="pt-BR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sz="half" idx="1"/>
          </p:nvPr>
        </p:nvSpPr>
        <p:spPr>
          <a:xfrm>
            <a:off x="457200" y="1604963"/>
            <a:ext cx="4037013" cy="4524375"/>
          </a:xfrm>
        </p:spPr>
        <p:txBody>
          <a:bodyPr/>
          <a:lstStyle/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Conteúdo 3"/>
          <p:cNvSpPr>
            <a:spLocks noGrp="1"/>
          </p:cNvSpPr>
          <p:nvPr>
            <p:ph sz="half" idx="2"/>
          </p:nvPr>
        </p:nvSpPr>
        <p:spPr>
          <a:xfrm>
            <a:off x="4646613" y="1604963"/>
            <a:ext cx="4038600" cy="4524375"/>
          </a:xfrm>
        </p:spPr>
        <p:txBody>
          <a:bodyPr/>
          <a:lstStyle/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Rectangle 25"/>
          <p:cNvSpPr>
            <a:spLocks noGrp="1" noChangeArrowheads="1"/>
          </p:cNvSpPr>
          <p:nvPr>
            <p:ph type="dt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 altLang="pt-BR"/>
          </a:p>
        </p:txBody>
      </p:sp>
      <p:sp>
        <p:nvSpPr>
          <p:cNvPr id="6" name="Rectangle 26"/>
          <p:cNvSpPr>
            <a:spLocks noGrp="1" noChangeArrowheads="1"/>
          </p:cNvSpPr>
          <p:nvPr>
            <p:ph type="ft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 altLang="pt-BR"/>
          </a:p>
        </p:txBody>
      </p:sp>
      <p:sp>
        <p:nvSpPr>
          <p:cNvPr id="7" name="Rectangle 27"/>
          <p:cNvSpPr>
            <a:spLocks noGrp="1" noChangeArrowheads="1"/>
          </p:cNvSpPr>
          <p:nvPr>
            <p:ph type="sldNum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75B3D0F4-FE68-4783-A8DD-0799A0008D4D}" type="slidenum">
              <a:rPr lang="en-GB" altLang="pt-BR"/>
              <a:pPr/>
              <a:t>‹nº›</a:t>
            </a:fld>
            <a:endParaRPr lang="en-GB" altLang="pt-BR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630238" y="365125"/>
            <a:ext cx="7886700" cy="1325563"/>
          </a:xfrm>
        </p:spPr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630238" y="1681163"/>
            <a:ext cx="386873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 texto mestre</a:t>
            </a:r>
          </a:p>
        </p:txBody>
      </p:sp>
      <p:sp>
        <p:nvSpPr>
          <p:cNvPr id="4" name="Espaço Reservado para Conteúdo 3"/>
          <p:cNvSpPr>
            <a:spLocks noGrp="1"/>
          </p:cNvSpPr>
          <p:nvPr>
            <p:ph sz="half" idx="2"/>
          </p:nvPr>
        </p:nvSpPr>
        <p:spPr>
          <a:xfrm>
            <a:off x="630238" y="2505075"/>
            <a:ext cx="3868737" cy="3684588"/>
          </a:xfrm>
        </p:spPr>
        <p:txBody>
          <a:bodyPr/>
          <a:lstStyle/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Texto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7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 texto mestre</a:t>
            </a:r>
          </a:p>
        </p:txBody>
      </p:sp>
      <p:sp>
        <p:nvSpPr>
          <p:cNvPr id="6" name="Espaço Reservado para Conteúdo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788" cy="3684588"/>
          </a:xfrm>
        </p:spPr>
        <p:txBody>
          <a:bodyPr/>
          <a:lstStyle/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7" name="Rectangle 25"/>
          <p:cNvSpPr>
            <a:spLocks noGrp="1" noChangeArrowheads="1"/>
          </p:cNvSpPr>
          <p:nvPr>
            <p:ph type="dt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 altLang="pt-BR"/>
          </a:p>
        </p:txBody>
      </p:sp>
      <p:sp>
        <p:nvSpPr>
          <p:cNvPr id="8" name="Rectangle 26"/>
          <p:cNvSpPr>
            <a:spLocks noGrp="1" noChangeArrowheads="1"/>
          </p:cNvSpPr>
          <p:nvPr>
            <p:ph type="ft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 altLang="pt-BR"/>
          </a:p>
        </p:txBody>
      </p:sp>
      <p:sp>
        <p:nvSpPr>
          <p:cNvPr id="9" name="Rectangle 27"/>
          <p:cNvSpPr>
            <a:spLocks noGrp="1" noChangeArrowheads="1"/>
          </p:cNvSpPr>
          <p:nvPr>
            <p:ph type="sldNum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EA73F4F1-29F8-4C13-B2DD-8B7C19C3BD5E}" type="slidenum">
              <a:rPr lang="en-GB" altLang="pt-BR"/>
              <a:pPr/>
              <a:t>‹nº›</a:t>
            </a:fld>
            <a:endParaRPr lang="en-GB" altLang="pt-BR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Rectangle 25"/>
          <p:cNvSpPr>
            <a:spLocks noGrp="1" noChangeArrowheads="1"/>
          </p:cNvSpPr>
          <p:nvPr>
            <p:ph type="dt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 altLang="pt-BR"/>
          </a:p>
        </p:txBody>
      </p:sp>
      <p:sp>
        <p:nvSpPr>
          <p:cNvPr id="4" name="Rectangle 26"/>
          <p:cNvSpPr>
            <a:spLocks noGrp="1" noChangeArrowheads="1"/>
          </p:cNvSpPr>
          <p:nvPr>
            <p:ph type="ft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 altLang="pt-BR"/>
          </a:p>
        </p:txBody>
      </p:sp>
      <p:sp>
        <p:nvSpPr>
          <p:cNvPr id="5" name="Rectangle 27"/>
          <p:cNvSpPr>
            <a:spLocks noGrp="1" noChangeArrowheads="1"/>
          </p:cNvSpPr>
          <p:nvPr>
            <p:ph type="sldNum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5948E47C-8494-4523-A9C5-DFBC967E8C44}" type="slidenum">
              <a:rPr lang="en-GB" altLang="pt-BR"/>
              <a:pPr/>
              <a:t>‹nº›</a:t>
            </a:fld>
            <a:endParaRPr lang="en-GB" altLang="pt-BR"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5"/>
          <p:cNvSpPr>
            <a:spLocks noGrp="1" noChangeArrowheads="1"/>
          </p:cNvSpPr>
          <p:nvPr>
            <p:ph type="dt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 altLang="pt-BR"/>
          </a:p>
        </p:txBody>
      </p:sp>
      <p:sp>
        <p:nvSpPr>
          <p:cNvPr id="3" name="Rectangle 26"/>
          <p:cNvSpPr>
            <a:spLocks noGrp="1" noChangeArrowheads="1"/>
          </p:cNvSpPr>
          <p:nvPr>
            <p:ph type="ft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 altLang="pt-BR"/>
          </a:p>
        </p:txBody>
      </p:sp>
      <p:sp>
        <p:nvSpPr>
          <p:cNvPr id="4" name="Rectangle 27"/>
          <p:cNvSpPr>
            <a:spLocks noGrp="1" noChangeArrowheads="1"/>
          </p:cNvSpPr>
          <p:nvPr>
            <p:ph type="sldNum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CD5A455D-2016-4017-9ADC-F506DBFC1C46}" type="slidenum">
              <a:rPr lang="en-GB" altLang="pt-BR"/>
              <a:pPr/>
              <a:t>‹nº›</a:t>
            </a:fld>
            <a:endParaRPr lang="en-GB" altLang="pt-BR"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>
          <a:xfrm>
            <a:off x="3887788" y="987425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Texto 3"/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 texto mestre</a:t>
            </a:r>
          </a:p>
        </p:txBody>
      </p:sp>
      <p:sp>
        <p:nvSpPr>
          <p:cNvPr id="5" name="Rectangle 25"/>
          <p:cNvSpPr>
            <a:spLocks noGrp="1" noChangeArrowheads="1"/>
          </p:cNvSpPr>
          <p:nvPr>
            <p:ph type="dt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 altLang="pt-BR"/>
          </a:p>
        </p:txBody>
      </p:sp>
      <p:sp>
        <p:nvSpPr>
          <p:cNvPr id="6" name="Rectangle 26"/>
          <p:cNvSpPr>
            <a:spLocks noGrp="1" noChangeArrowheads="1"/>
          </p:cNvSpPr>
          <p:nvPr>
            <p:ph type="ft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 altLang="pt-BR"/>
          </a:p>
        </p:txBody>
      </p:sp>
      <p:sp>
        <p:nvSpPr>
          <p:cNvPr id="7" name="Rectangle 27"/>
          <p:cNvSpPr>
            <a:spLocks noGrp="1" noChangeArrowheads="1"/>
          </p:cNvSpPr>
          <p:nvPr>
            <p:ph type="sldNum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248CD5F4-1C2D-4168-928E-750571C8CFD8}" type="slidenum">
              <a:rPr lang="en-GB" altLang="pt-BR"/>
              <a:pPr/>
              <a:t>‹nº›</a:t>
            </a:fld>
            <a:endParaRPr lang="en-GB" altLang="pt-BR"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Imagem 2"/>
          <p:cNvSpPr>
            <a:spLocks noGrp="1"/>
          </p:cNvSpPr>
          <p:nvPr>
            <p:ph type="pic" idx="1"/>
          </p:nvPr>
        </p:nvSpPr>
        <p:spPr>
          <a:xfrm>
            <a:off x="3887788" y="987425"/>
            <a:ext cx="462915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pt-BR" noProof="0"/>
          </a:p>
        </p:txBody>
      </p:sp>
      <p:sp>
        <p:nvSpPr>
          <p:cNvPr id="4" name="Espaço Reservado para Texto 3"/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 texto mestre</a:t>
            </a:r>
          </a:p>
        </p:txBody>
      </p:sp>
      <p:sp>
        <p:nvSpPr>
          <p:cNvPr id="5" name="Rectangle 25"/>
          <p:cNvSpPr>
            <a:spLocks noGrp="1" noChangeArrowheads="1"/>
          </p:cNvSpPr>
          <p:nvPr>
            <p:ph type="dt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 altLang="pt-BR"/>
          </a:p>
        </p:txBody>
      </p:sp>
      <p:sp>
        <p:nvSpPr>
          <p:cNvPr id="6" name="Rectangle 26"/>
          <p:cNvSpPr>
            <a:spLocks noGrp="1" noChangeArrowheads="1"/>
          </p:cNvSpPr>
          <p:nvPr>
            <p:ph type="ft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 altLang="pt-BR"/>
          </a:p>
        </p:txBody>
      </p:sp>
      <p:sp>
        <p:nvSpPr>
          <p:cNvPr id="7" name="Rectangle 27"/>
          <p:cNvSpPr>
            <a:spLocks noGrp="1" noChangeArrowheads="1"/>
          </p:cNvSpPr>
          <p:nvPr>
            <p:ph type="sldNum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AB701CE5-3297-41B0-90E7-51AB90FBBEEF}" type="slidenum">
              <a:rPr lang="en-GB" altLang="pt-BR"/>
              <a:pPr/>
              <a:t>‹nº›</a:t>
            </a:fld>
            <a:endParaRPr lang="en-GB" altLang="pt-BR"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Rectangle 25"/>
          <p:cNvSpPr>
            <a:spLocks noGrp="1" noChangeArrowheads="1"/>
          </p:cNvSpPr>
          <p:nvPr>
            <p:ph type="dt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 altLang="pt-BR"/>
          </a:p>
        </p:txBody>
      </p:sp>
      <p:sp>
        <p:nvSpPr>
          <p:cNvPr id="5" name="Rectangle 26"/>
          <p:cNvSpPr>
            <a:spLocks noGrp="1" noChangeArrowheads="1"/>
          </p:cNvSpPr>
          <p:nvPr>
            <p:ph type="ft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 altLang="pt-BR"/>
          </a:p>
        </p:txBody>
      </p:sp>
      <p:sp>
        <p:nvSpPr>
          <p:cNvPr id="6" name="Rectangle 27"/>
          <p:cNvSpPr>
            <a:spLocks noGrp="1" noChangeArrowheads="1"/>
          </p:cNvSpPr>
          <p:nvPr>
            <p:ph type="sldNum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BDB9019B-DEB6-46E7-8060-C9BBAEC73AA1}" type="slidenum">
              <a:rPr lang="en-GB" altLang="pt-BR"/>
              <a:pPr/>
              <a:t>‹nº›</a:t>
            </a:fld>
            <a:endParaRPr lang="en-GB" altLang="pt-BR"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e texto verticai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/>
          <p:cNvSpPr>
            <a:spLocks noGrp="1"/>
          </p:cNvSpPr>
          <p:nvPr>
            <p:ph type="title" orient="vert"/>
          </p:nvPr>
        </p:nvSpPr>
        <p:spPr>
          <a:xfrm>
            <a:off x="6823075" y="1195388"/>
            <a:ext cx="2120900" cy="4933950"/>
          </a:xfrm>
        </p:spPr>
        <p:txBody>
          <a:bodyPr vert="eaVert"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/>
          <p:cNvSpPr>
            <a:spLocks noGrp="1"/>
          </p:cNvSpPr>
          <p:nvPr>
            <p:ph type="body" orient="vert" idx="1"/>
          </p:nvPr>
        </p:nvSpPr>
        <p:spPr>
          <a:xfrm>
            <a:off x="457200" y="1195388"/>
            <a:ext cx="6213475" cy="4933950"/>
          </a:xfrm>
        </p:spPr>
        <p:txBody>
          <a:bodyPr vert="eaVert"/>
          <a:lstStyle/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Rectangle 25"/>
          <p:cNvSpPr>
            <a:spLocks noGrp="1" noChangeArrowheads="1"/>
          </p:cNvSpPr>
          <p:nvPr>
            <p:ph type="dt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 altLang="pt-BR"/>
          </a:p>
        </p:txBody>
      </p:sp>
      <p:sp>
        <p:nvSpPr>
          <p:cNvPr id="5" name="Rectangle 26"/>
          <p:cNvSpPr>
            <a:spLocks noGrp="1" noChangeArrowheads="1"/>
          </p:cNvSpPr>
          <p:nvPr>
            <p:ph type="ft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 altLang="pt-BR"/>
          </a:p>
        </p:txBody>
      </p:sp>
      <p:sp>
        <p:nvSpPr>
          <p:cNvPr id="6" name="Rectangle 27"/>
          <p:cNvSpPr>
            <a:spLocks noGrp="1" noChangeArrowheads="1"/>
          </p:cNvSpPr>
          <p:nvPr>
            <p:ph type="sldNum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320B3C4A-C624-4F7D-ACAC-4DB6922EEF5E}" type="slidenum">
              <a:rPr lang="en-GB" altLang="pt-BR"/>
              <a:pPr/>
              <a:t>‹nº›</a:t>
            </a:fld>
            <a:endParaRPr lang="en-GB" altLang="pt-BR"/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Layout Personaliza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1173163" y="1195388"/>
            <a:ext cx="7770812" cy="1433512"/>
          </a:xfrm>
        </p:spPr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Rectangle 25"/>
          <p:cNvSpPr>
            <a:spLocks noGrp="1" noChangeArrowheads="1"/>
          </p:cNvSpPr>
          <p:nvPr>
            <p:ph type="dt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 altLang="pt-BR"/>
          </a:p>
        </p:txBody>
      </p:sp>
      <p:sp>
        <p:nvSpPr>
          <p:cNvPr id="4" name="Rectangle 26"/>
          <p:cNvSpPr>
            <a:spLocks noGrp="1" noChangeArrowheads="1"/>
          </p:cNvSpPr>
          <p:nvPr>
            <p:ph type="ft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 altLang="pt-BR"/>
          </a:p>
        </p:txBody>
      </p:sp>
      <p:sp>
        <p:nvSpPr>
          <p:cNvPr id="5" name="Rectangle 27"/>
          <p:cNvSpPr>
            <a:spLocks noGrp="1" noChangeArrowheads="1"/>
          </p:cNvSpPr>
          <p:nvPr>
            <p:ph type="sldNum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26C5ECB9-DBD9-4BBC-A986-87CCF2C513E5}" type="slidenum">
              <a:rPr lang="en-GB" altLang="pt-BR"/>
              <a:pPr/>
              <a:t>‹nº›</a:t>
            </a:fld>
            <a:endParaRPr lang="en-GB" altLang="pt-BR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13" Type="http://schemas.openxmlformats.org/officeDocument/2006/relationships/theme" Target="../theme/theme2.xml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slideLayout" Target="../slideLayouts/slideLayout23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26" name="Group 1"/>
          <p:cNvGrpSpPr>
            <a:grpSpLocks/>
          </p:cNvGrpSpPr>
          <p:nvPr/>
        </p:nvGrpSpPr>
        <p:grpSpPr bwMode="auto">
          <a:xfrm>
            <a:off x="0" y="-1149350"/>
            <a:ext cx="1063625" cy="9145588"/>
            <a:chOff x="0" y="-724"/>
            <a:chExt cx="670" cy="5761"/>
          </a:xfrm>
        </p:grpSpPr>
        <p:grpSp>
          <p:nvGrpSpPr>
            <p:cNvPr id="1032" name="Group 2"/>
            <p:cNvGrpSpPr>
              <a:grpSpLocks/>
            </p:cNvGrpSpPr>
            <p:nvPr/>
          </p:nvGrpSpPr>
          <p:grpSpPr bwMode="auto">
            <a:xfrm>
              <a:off x="106" y="-724"/>
              <a:ext cx="477" cy="5761"/>
              <a:chOff x="106" y="-724"/>
              <a:chExt cx="477" cy="5761"/>
            </a:xfrm>
          </p:grpSpPr>
          <p:sp>
            <p:nvSpPr>
              <p:cNvPr id="1035" name="Freeform 3"/>
              <p:cNvSpPr>
                <a:spLocks noChangeArrowheads="1"/>
              </p:cNvSpPr>
              <p:nvPr/>
            </p:nvSpPr>
            <p:spPr bwMode="auto">
              <a:xfrm flipH="1">
                <a:off x="110" y="-724"/>
                <a:ext cx="468" cy="5745"/>
              </a:xfrm>
              <a:custGeom>
                <a:avLst/>
                <a:gdLst>
                  <a:gd name="T0" fmla="*/ 0 w 1000"/>
                  <a:gd name="T1" fmla="*/ 0 h 720"/>
                  <a:gd name="T2" fmla="*/ 0 w 1000"/>
                  <a:gd name="T3" fmla="*/ 2147483646 h 720"/>
                  <a:gd name="T4" fmla="*/ 0 w 1000"/>
                  <a:gd name="T5" fmla="*/ 2147483646 h 720"/>
                  <a:gd name="T6" fmla="*/ 0 w 1000"/>
                  <a:gd name="T7" fmla="*/ 0 h 720"/>
                  <a:gd name="T8" fmla="*/ 0 w 1000"/>
                  <a:gd name="T9" fmla="*/ 0 h 720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1000" h="720">
                    <a:moveTo>
                      <a:pt x="0" y="0"/>
                    </a:moveTo>
                    <a:lnTo>
                      <a:pt x="0" y="720"/>
                    </a:lnTo>
                    <a:lnTo>
                      <a:pt x="1000" y="720"/>
                    </a:lnTo>
                    <a:lnTo>
                      <a:pt x="1000" y="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0099CC"/>
              </a:solidFill>
              <a:ln w="9525">
                <a:noFill/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pt-BR"/>
              </a:p>
            </p:txBody>
          </p:sp>
          <p:sp>
            <p:nvSpPr>
              <p:cNvPr id="1036" name="Freeform 4"/>
              <p:cNvSpPr>
                <a:spLocks noChangeArrowheads="1"/>
              </p:cNvSpPr>
              <p:nvPr/>
            </p:nvSpPr>
            <p:spPr bwMode="auto">
              <a:xfrm flipH="1">
                <a:off x="110" y="702"/>
                <a:ext cx="468" cy="421"/>
              </a:xfrm>
              <a:custGeom>
                <a:avLst/>
                <a:gdLst>
                  <a:gd name="T0" fmla="*/ 0 w 624"/>
                  <a:gd name="T1" fmla="*/ 0 h 317"/>
                  <a:gd name="T2" fmla="*/ 0 w 624"/>
                  <a:gd name="T3" fmla="*/ 10858 h 317"/>
                  <a:gd name="T4" fmla="*/ 15 w 624"/>
                  <a:gd name="T5" fmla="*/ 10858 h 317"/>
                  <a:gd name="T6" fmla="*/ 15 w 624"/>
                  <a:gd name="T7" fmla="*/ 0 h 317"/>
                  <a:gd name="T8" fmla="*/ 0 w 624"/>
                  <a:gd name="T9" fmla="*/ 0 h 317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624" h="317">
                    <a:moveTo>
                      <a:pt x="0" y="0"/>
                    </a:moveTo>
                    <a:cubicBezTo>
                      <a:pt x="0" y="0"/>
                      <a:pt x="0" y="272"/>
                      <a:pt x="0" y="272"/>
                    </a:cubicBezTo>
                    <a:cubicBezTo>
                      <a:pt x="432" y="224"/>
                      <a:pt x="520" y="317"/>
                      <a:pt x="624" y="272"/>
                    </a:cubicBezTo>
                    <a:lnTo>
                      <a:pt x="624" y="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5490A8"/>
              </a:solidFill>
              <a:ln w="9525">
                <a:noFill/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pt-BR"/>
              </a:p>
            </p:txBody>
          </p:sp>
          <p:sp>
            <p:nvSpPr>
              <p:cNvPr id="1037" name="Freeform 5"/>
              <p:cNvSpPr>
                <a:spLocks noChangeArrowheads="1"/>
              </p:cNvSpPr>
              <p:nvPr/>
            </p:nvSpPr>
            <p:spPr bwMode="auto">
              <a:xfrm flipH="1">
                <a:off x="110" y="361"/>
                <a:ext cx="468" cy="422"/>
              </a:xfrm>
              <a:custGeom>
                <a:avLst/>
                <a:gdLst/>
                <a:ahLst/>
                <a:cxnLst/>
                <a:rect l="0" t="0" r="0" b="0"/>
                <a:pathLst/>
              </a:custGeom>
              <a:solidFill>
                <a:srgbClr val="E1E1B7"/>
              </a:solidFill>
              <a:ln w="9525">
                <a:noFill/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pt-BR"/>
              </a:p>
            </p:txBody>
          </p:sp>
          <p:sp>
            <p:nvSpPr>
              <p:cNvPr id="1038" name="Freeform 6"/>
              <p:cNvSpPr>
                <a:spLocks noChangeArrowheads="1"/>
              </p:cNvSpPr>
              <p:nvPr/>
            </p:nvSpPr>
            <p:spPr bwMode="auto">
              <a:xfrm flipH="1">
                <a:off x="110" y="-595"/>
                <a:ext cx="468" cy="255"/>
              </a:xfrm>
              <a:custGeom>
                <a:avLst/>
                <a:gdLst>
                  <a:gd name="T0" fmla="*/ 0 w 624"/>
                  <a:gd name="T1" fmla="*/ 1 h 370"/>
                  <a:gd name="T2" fmla="*/ 0 w 624"/>
                  <a:gd name="T3" fmla="*/ 3 h 370"/>
                  <a:gd name="T4" fmla="*/ 15 w 624"/>
                  <a:gd name="T5" fmla="*/ 3 h 370"/>
                  <a:gd name="T6" fmla="*/ 15 w 624"/>
                  <a:gd name="T7" fmla="*/ 1 h 370"/>
                  <a:gd name="T8" fmla="*/ 10 w 624"/>
                  <a:gd name="T9" fmla="*/ 1 h 370"/>
                  <a:gd name="T10" fmla="*/ 0 w 624"/>
                  <a:gd name="T11" fmla="*/ 1 h 370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0" t="0" r="r" b="b"/>
                <a:pathLst>
                  <a:path w="624" h="370">
                    <a:moveTo>
                      <a:pt x="0" y="53"/>
                    </a:moveTo>
                    <a:lnTo>
                      <a:pt x="0" y="325"/>
                    </a:lnTo>
                    <a:cubicBezTo>
                      <a:pt x="104" y="370"/>
                      <a:pt x="520" y="370"/>
                      <a:pt x="624" y="325"/>
                    </a:cubicBezTo>
                    <a:lnTo>
                      <a:pt x="624" y="53"/>
                    </a:lnTo>
                    <a:cubicBezTo>
                      <a:pt x="584" y="0"/>
                      <a:pt x="488" y="8"/>
                      <a:pt x="384" y="8"/>
                    </a:cubicBezTo>
                    <a:cubicBezTo>
                      <a:pt x="280" y="8"/>
                      <a:pt x="80" y="44"/>
                      <a:pt x="0" y="53"/>
                    </a:cubicBezTo>
                    <a:close/>
                  </a:path>
                </a:pathLst>
              </a:custGeom>
              <a:solidFill>
                <a:srgbClr val="5490A8"/>
              </a:solidFill>
              <a:ln w="9525">
                <a:noFill/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pt-BR"/>
              </a:p>
            </p:txBody>
          </p:sp>
          <p:sp>
            <p:nvSpPr>
              <p:cNvPr id="1039" name="Freeform 7"/>
              <p:cNvSpPr>
                <a:spLocks noChangeArrowheads="1"/>
              </p:cNvSpPr>
              <p:nvPr/>
            </p:nvSpPr>
            <p:spPr bwMode="auto">
              <a:xfrm flipH="1">
                <a:off x="110" y="107"/>
                <a:ext cx="468" cy="294"/>
              </a:xfrm>
              <a:custGeom>
                <a:avLst/>
                <a:gdLst>
                  <a:gd name="T0" fmla="*/ 0 w 624"/>
                  <a:gd name="T1" fmla="*/ 0 h 317"/>
                  <a:gd name="T2" fmla="*/ 0 w 624"/>
                  <a:gd name="T3" fmla="*/ 101 h 317"/>
                  <a:gd name="T4" fmla="*/ 15 w 624"/>
                  <a:gd name="T5" fmla="*/ 101 h 317"/>
                  <a:gd name="T6" fmla="*/ 15 w 624"/>
                  <a:gd name="T7" fmla="*/ 0 h 317"/>
                  <a:gd name="T8" fmla="*/ 0 w 624"/>
                  <a:gd name="T9" fmla="*/ 0 h 317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624" h="317">
                    <a:moveTo>
                      <a:pt x="0" y="0"/>
                    </a:moveTo>
                    <a:lnTo>
                      <a:pt x="0" y="272"/>
                    </a:lnTo>
                    <a:cubicBezTo>
                      <a:pt x="104" y="317"/>
                      <a:pt x="520" y="317"/>
                      <a:pt x="624" y="272"/>
                    </a:cubicBezTo>
                    <a:lnTo>
                      <a:pt x="624" y="0"/>
                    </a:lnTo>
                    <a:cubicBezTo>
                      <a:pt x="240" y="42"/>
                      <a:pt x="130" y="0"/>
                      <a:pt x="0" y="0"/>
                    </a:cubicBezTo>
                    <a:close/>
                  </a:path>
                </a:pathLst>
              </a:custGeom>
              <a:solidFill>
                <a:srgbClr val="000000"/>
              </a:solidFill>
              <a:ln w="9525">
                <a:noFill/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pt-BR"/>
              </a:p>
            </p:txBody>
          </p:sp>
          <p:sp>
            <p:nvSpPr>
              <p:cNvPr id="1040" name="Freeform 8"/>
              <p:cNvSpPr>
                <a:spLocks noChangeArrowheads="1"/>
              </p:cNvSpPr>
              <p:nvPr/>
            </p:nvSpPr>
            <p:spPr bwMode="auto">
              <a:xfrm flipH="1">
                <a:off x="110" y="-149"/>
                <a:ext cx="468" cy="362"/>
              </a:xfrm>
              <a:custGeom>
                <a:avLst/>
                <a:gdLst/>
                <a:ahLst/>
                <a:cxnLst/>
                <a:rect l="0" t="0" r="0" b="0"/>
                <a:pathLst/>
              </a:custGeom>
              <a:solidFill>
                <a:srgbClr val="3366CC"/>
              </a:solidFill>
              <a:ln w="9525">
                <a:noFill/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pt-BR"/>
              </a:p>
            </p:txBody>
          </p:sp>
          <p:sp>
            <p:nvSpPr>
              <p:cNvPr id="1041" name="Freeform 9"/>
              <p:cNvSpPr>
                <a:spLocks noChangeArrowheads="1"/>
              </p:cNvSpPr>
              <p:nvPr/>
            </p:nvSpPr>
            <p:spPr bwMode="auto">
              <a:xfrm flipH="1">
                <a:off x="110" y="-408"/>
                <a:ext cx="474" cy="315"/>
              </a:xfrm>
              <a:custGeom>
                <a:avLst/>
                <a:gdLst>
                  <a:gd name="T0" fmla="*/ 2 w 632"/>
                  <a:gd name="T1" fmla="*/ 8 h 362"/>
                  <a:gd name="T2" fmla="*/ 2 w 632"/>
                  <a:gd name="T3" fmla="*/ 51 h 362"/>
                  <a:gd name="T4" fmla="*/ 6 w 632"/>
                  <a:gd name="T5" fmla="*/ 51 h 362"/>
                  <a:gd name="T6" fmla="*/ 15 w 632"/>
                  <a:gd name="T7" fmla="*/ 51 h 362"/>
                  <a:gd name="T8" fmla="*/ 15 w 632"/>
                  <a:gd name="T9" fmla="*/ 8 h 362"/>
                  <a:gd name="T10" fmla="*/ 3 w 632"/>
                  <a:gd name="T11" fmla="*/ 8 h 362"/>
                  <a:gd name="T12" fmla="*/ 2 w 632"/>
                  <a:gd name="T13" fmla="*/ 8 h 362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0" t="0" r="r" b="b"/>
                <a:pathLst>
                  <a:path w="632" h="362">
                    <a:moveTo>
                      <a:pt x="8" y="45"/>
                    </a:moveTo>
                    <a:lnTo>
                      <a:pt x="8" y="317"/>
                    </a:lnTo>
                    <a:cubicBezTo>
                      <a:pt x="48" y="362"/>
                      <a:pt x="144" y="317"/>
                      <a:pt x="248" y="317"/>
                    </a:cubicBezTo>
                    <a:cubicBezTo>
                      <a:pt x="352" y="317"/>
                      <a:pt x="568" y="362"/>
                      <a:pt x="632" y="317"/>
                    </a:cubicBezTo>
                    <a:lnTo>
                      <a:pt x="632" y="45"/>
                    </a:lnTo>
                    <a:cubicBezTo>
                      <a:pt x="544" y="0"/>
                      <a:pt x="208" y="45"/>
                      <a:pt x="104" y="45"/>
                    </a:cubicBezTo>
                    <a:cubicBezTo>
                      <a:pt x="0" y="45"/>
                      <a:pt x="28" y="45"/>
                      <a:pt x="8" y="45"/>
                    </a:cubicBezTo>
                    <a:close/>
                  </a:path>
                </a:pathLst>
              </a:custGeom>
              <a:solidFill>
                <a:srgbClr val="003366"/>
              </a:solidFill>
              <a:ln w="9525">
                <a:noFill/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pt-BR"/>
              </a:p>
            </p:txBody>
          </p:sp>
          <p:sp>
            <p:nvSpPr>
              <p:cNvPr id="1042" name="Freeform 10"/>
              <p:cNvSpPr>
                <a:spLocks noChangeArrowheads="1"/>
              </p:cNvSpPr>
              <p:nvPr/>
            </p:nvSpPr>
            <p:spPr bwMode="auto">
              <a:xfrm flipH="1">
                <a:off x="106" y="2590"/>
                <a:ext cx="468" cy="421"/>
              </a:xfrm>
              <a:custGeom>
                <a:avLst/>
                <a:gdLst>
                  <a:gd name="T0" fmla="*/ 0 w 624"/>
                  <a:gd name="T1" fmla="*/ 0 h 317"/>
                  <a:gd name="T2" fmla="*/ 0 w 624"/>
                  <a:gd name="T3" fmla="*/ 10858 h 317"/>
                  <a:gd name="T4" fmla="*/ 15 w 624"/>
                  <a:gd name="T5" fmla="*/ 10858 h 317"/>
                  <a:gd name="T6" fmla="*/ 15 w 624"/>
                  <a:gd name="T7" fmla="*/ 0 h 317"/>
                  <a:gd name="T8" fmla="*/ 0 w 624"/>
                  <a:gd name="T9" fmla="*/ 0 h 317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624" h="317">
                    <a:moveTo>
                      <a:pt x="0" y="0"/>
                    </a:moveTo>
                    <a:cubicBezTo>
                      <a:pt x="0" y="0"/>
                      <a:pt x="0" y="272"/>
                      <a:pt x="0" y="272"/>
                    </a:cubicBezTo>
                    <a:cubicBezTo>
                      <a:pt x="432" y="224"/>
                      <a:pt x="520" y="317"/>
                      <a:pt x="624" y="272"/>
                    </a:cubicBezTo>
                    <a:lnTo>
                      <a:pt x="624" y="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5490A8"/>
              </a:solidFill>
              <a:ln w="9525">
                <a:noFill/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pt-BR"/>
              </a:p>
            </p:txBody>
          </p:sp>
          <p:sp>
            <p:nvSpPr>
              <p:cNvPr id="1043" name="Freeform 11"/>
              <p:cNvSpPr>
                <a:spLocks noChangeArrowheads="1"/>
              </p:cNvSpPr>
              <p:nvPr/>
            </p:nvSpPr>
            <p:spPr bwMode="auto">
              <a:xfrm flipH="1">
                <a:off x="106" y="2249"/>
                <a:ext cx="468" cy="422"/>
              </a:xfrm>
              <a:custGeom>
                <a:avLst/>
                <a:gdLst/>
                <a:ahLst/>
                <a:cxnLst/>
                <a:rect l="0" t="0" r="0" b="0"/>
                <a:pathLst/>
              </a:custGeom>
              <a:solidFill>
                <a:srgbClr val="000000"/>
              </a:solidFill>
              <a:ln w="9525">
                <a:noFill/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pt-BR"/>
              </a:p>
            </p:txBody>
          </p:sp>
          <p:sp>
            <p:nvSpPr>
              <p:cNvPr id="1044" name="Freeform 12"/>
              <p:cNvSpPr>
                <a:spLocks noChangeArrowheads="1"/>
              </p:cNvSpPr>
              <p:nvPr/>
            </p:nvSpPr>
            <p:spPr bwMode="auto">
              <a:xfrm flipH="1">
                <a:off x="106" y="1292"/>
                <a:ext cx="468" cy="255"/>
              </a:xfrm>
              <a:custGeom>
                <a:avLst/>
                <a:gdLst>
                  <a:gd name="T0" fmla="*/ 0 w 624"/>
                  <a:gd name="T1" fmla="*/ 1 h 370"/>
                  <a:gd name="T2" fmla="*/ 0 w 624"/>
                  <a:gd name="T3" fmla="*/ 3 h 370"/>
                  <a:gd name="T4" fmla="*/ 15 w 624"/>
                  <a:gd name="T5" fmla="*/ 3 h 370"/>
                  <a:gd name="T6" fmla="*/ 15 w 624"/>
                  <a:gd name="T7" fmla="*/ 1 h 370"/>
                  <a:gd name="T8" fmla="*/ 10 w 624"/>
                  <a:gd name="T9" fmla="*/ 1 h 370"/>
                  <a:gd name="T10" fmla="*/ 0 w 624"/>
                  <a:gd name="T11" fmla="*/ 1 h 370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0" t="0" r="r" b="b"/>
                <a:pathLst>
                  <a:path w="624" h="370">
                    <a:moveTo>
                      <a:pt x="0" y="53"/>
                    </a:moveTo>
                    <a:lnTo>
                      <a:pt x="0" y="325"/>
                    </a:lnTo>
                    <a:cubicBezTo>
                      <a:pt x="104" y="370"/>
                      <a:pt x="520" y="370"/>
                      <a:pt x="624" y="325"/>
                    </a:cubicBezTo>
                    <a:lnTo>
                      <a:pt x="624" y="53"/>
                    </a:lnTo>
                    <a:cubicBezTo>
                      <a:pt x="584" y="0"/>
                      <a:pt x="488" y="8"/>
                      <a:pt x="384" y="8"/>
                    </a:cubicBezTo>
                    <a:cubicBezTo>
                      <a:pt x="280" y="8"/>
                      <a:pt x="80" y="44"/>
                      <a:pt x="0" y="53"/>
                    </a:cubicBezTo>
                    <a:close/>
                  </a:path>
                </a:pathLst>
              </a:custGeom>
              <a:solidFill>
                <a:srgbClr val="003366"/>
              </a:solidFill>
              <a:ln w="9525">
                <a:noFill/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pt-BR"/>
              </a:p>
            </p:txBody>
          </p:sp>
          <p:sp>
            <p:nvSpPr>
              <p:cNvPr id="1045" name="Freeform 13"/>
              <p:cNvSpPr>
                <a:spLocks noChangeArrowheads="1"/>
              </p:cNvSpPr>
              <p:nvPr/>
            </p:nvSpPr>
            <p:spPr bwMode="auto">
              <a:xfrm flipH="1">
                <a:off x="106" y="1994"/>
                <a:ext cx="468" cy="294"/>
              </a:xfrm>
              <a:custGeom>
                <a:avLst/>
                <a:gdLst>
                  <a:gd name="T0" fmla="*/ 0 w 624"/>
                  <a:gd name="T1" fmla="*/ 0 h 317"/>
                  <a:gd name="T2" fmla="*/ 0 w 624"/>
                  <a:gd name="T3" fmla="*/ 101 h 317"/>
                  <a:gd name="T4" fmla="*/ 15 w 624"/>
                  <a:gd name="T5" fmla="*/ 101 h 317"/>
                  <a:gd name="T6" fmla="*/ 15 w 624"/>
                  <a:gd name="T7" fmla="*/ 0 h 317"/>
                  <a:gd name="T8" fmla="*/ 0 w 624"/>
                  <a:gd name="T9" fmla="*/ 0 h 317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624" h="317">
                    <a:moveTo>
                      <a:pt x="0" y="0"/>
                    </a:moveTo>
                    <a:lnTo>
                      <a:pt x="0" y="272"/>
                    </a:lnTo>
                    <a:cubicBezTo>
                      <a:pt x="104" y="317"/>
                      <a:pt x="520" y="317"/>
                      <a:pt x="624" y="272"/>
                    </a:cubicBezTo>
                    <a:lnTo>
                      <a:pt x="624" y="0"/>
                    </a:lnTo>
                    <a:cubicBezTo>
                      <a:pt x="240" y="42"/>
                      <a:pt x="130" y="0"/>
                      <a:pt x="0" y="0"/>
                    </a:cubicBezTo>
                    <a:close/>
                  </a:path>
                </a:pathLst>
              </a:custGeom>
              <a:solidFill>
                <a:srgbClr val="E1E1B7"/>
              </a:solidFill>
              <a:ln w="9525">
                <a:noFill/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pt-BR"/>
              </a:p>
            </p:txBody>
          </p:sp>
          <p:sp>
            <p:nvSpPr>
              <p:cNvPr id="1046" name="Freeform 14"/>
              <p:cNvSpPr>
                <a:spLocks noChangeArrowheads="1"/>
              </p:cNvSpPr>
              <p:nvPr/>
            </p:nvSpPr>
            <p:spPr bwMode="auto">
              <a:xfrm flipH="1">
                <a:off x="106" y="1739"/>
                <a:ext cx="468" cy="361"/>
              </a:xfrm>
              <a:custGeom>
                <a:avLst/>
                <a:gdLst/>
                <a:ahLst/>
                <a:cxnLst/>
                <a:rect l="0" t="0" r="0" b="0"/>
                <a:pathLst/>
              </a:custGeom>
              <a:solidFill>
                <a:srgbClr val="3366CC"/>
              </a:solidFill>
              <a:ln w="9525">
                <a:noFill/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pt-BR"/>
              </a:p>
            </p:txBody>
          </p:sp>
          <p:sp>
            <p:nvSpPr>
              <p:cNvPr id="1047" name="Freeform 15"/>
              <p:cNvSpPr>
                <a:spLocks noChangeArrowheads="1"/>
              </p:cNvSpPr>
              <p:nvPr/>
            </p:nvSpPr>
            <p:spPr bwMode="auto">
              <a:xfrm flipH="1">
                <a:off x="106" y="1479"/>
                <a:ext cx="474" cy="316"/>
              </a:xfrm>
              <a:custGeom>
                <a:avLst/>
                <a:gdLst>
                  <a:gd name="T0" fmla="*/ 2 w 632"/>
                  <a:gd name="T1" fmla="*/ 8 h 362"/>
                  <a:gd name="T2" fmla="*/ 2 w 632"/>
                  <a:gd name="T3" fmla="*/ 54 h 362"/>
                  <a:gd name="T4" fmla="*/ 6 w 632"/>
                  <a:gd name="T5" fmla="*/ 54 h 362"/>
                  <a:gd name="T6" fmla="*/ 15 w 632"/>
                  <a:gd name="T7" fmla="*/ 54 h 362"/>
                  <a:gd name="T8" fmla="*/ 15 w 632"/>
                  <a:gd name="T9" fmla="*/ 8 h 362"/>
                  <a:gd name="T10" fmla="*/ 3 w 632"/>
                  <a:gd name="T11" fmla="*/ 8 h 362"/>
                  <a:gd name="T12" fmla="*/ 2 w 632"/>
                  <a:gd name="T13" fmla="*/ 8 h 362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0" t="0" r="r" b="b"/>
                <a:pathLst>
                  <a:path w="632" h="362">
                    <a:moveTo>
                      <a:pt x="8" y="45"/>
                    </a:moveTo>
                    <a:lnTo>
                      <a:pt x="8" y="317"/>
                    </a:lnTo>
                    <a:cubicBezTo>
                      <a:pt x="48" y="362"/>
                      <a:pt x="144" y="317"/>
                      <a:pt x="248" y="317"/>
                    </a:cubicBezTo>
                    <a:cubicBezTo>
                      <a:pt x="352" y="317"/>
                      <a:pt x="568" y="362"/>
                      <a:pt x="632" y="317"/>
                    </a:cubicBezTo>
                    <a:lnTo>
                      <a:pt x="632" y="45"/>
                    </a:lnTo>
                    <a:cubicBezTo>
                      <a:pt x="544" y="0"/>
                      <a:pt x="208" y="45"/>
                      <a:pt x="104" y="45"/>
                    </a:cubicBezTo>
                    <a:cubicBezTo>
                      <a:pt x="0" y="45"/>
                      <a:pt x="28" y="45"/>
                      <a:pt x="8" y="45"/>
                    </a:cubicBezTo>
                    <a:close/>
                  </a:path>
                </a:pathLst>
              </a:custGeom>
              <a:solidFill>
                <a:srgbClr val="99CCFF"/>
              </a:solidFill>
              <a:ln w="9525">
                <a:noFill/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pt-BR"/>
              </a:p>
            </p:txBody>
          </p:sp>
          <p:sp>
            <p:nvSpPr>
              <p:cNvPr id="1048" name="Freeform 16"/>
              <p:cNvSpPr>
                <a:spLocks noChangeArrowheads="1"/>
              </p:cNvSpPr>
              <p:nvPr/>
            </p:nvSpPr>
            <p:spPr bwMode="auto">
              <a:xfrm flipH="1">
                <a:off x="110" y="3456"/>
                <a:ext cx="468" cy="421"/>
              </a:xfrm>
              <a:custGeom>
                <a:avLst/>
                <a:gdLst>
                  <a:gd name="T0" fmla="*/ 0 w 624"/>
                  <a:gd name="T1" fmla="*/ 0 h 317"/>
                  <a:gd name="T2" fmla="*/ 0 w 624"/>
                  <a:gd name="T3" fmla="*/ 10858 h 317"/>
                  <a:gd name="T4" fmla="*/ 15 w 624"/>
                  <a:gd name="T5" fmla="*/ 10858 h 317"/>
                  <a:gd name="T6" fmla="*/ 15 w 624"/>
                  <a:gd name="T7" fmla="*/ 0 h 317"/>
                  <a:gd name="T8" fmla="*/ 0 w 624"/>
                  <a:gd name="T9" fmla="*/ 0 h 317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624" h="317">
                    <a:moveTo>
                      <a:pt x="0" y="0"/>
                    </a:moveTo>
                    <a:cubicBezTo>
                      <a:pt x="0" y="0"/>
                      <a:pt x="0" y="272"/>
                      <a:pt x="0" y="272"/>
                    </a:cubicBezTo>
                    <a:cubicBezTo>
                      <a:pt x="432" y="224"/>
                      <a:pt x="520" y="317"/>
                      <a:pt x="624" y="272"/>
                    </a:cubicBezTo>
                    <a:lnTo>
                      <a:pt x="624" y="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99CCFF"/>
              </a:solidFill>
              <a:ln w="9525">
                <a:noFill/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pt-BR"/>
              </a:p>
            </p:txBody>
          </p:sp>
          <p:sp>
            <p:nvSpPr>
              <p:cNvPr id="1049" name="Freeform 17"/>
              <p:cNvSpPr>
                <a:spLocks noChangeArrowheads="1"/>
              </p:cNvSpPr>
              <p:nvPr/>
            </p:nvSpPr>
            <p:spPr bwMode="auto">
              <a:xfrm flipH="1">
                <a:off x="110" y="3115"/>
                <a:ext cx="468" cy="422"/>
              </a:xfrm>
              <a:custGeom>
                <a:avLst/>
                <a:gdLst/>
                <a:ahLst/>
                <a:cxnLst/>
                <a:rect l="0" t="0" r="0" b="0"/>
                <a:pathLst/>
              </a:custGeom>
              <a:solidFill>
                <a:srgbClr val="003366"/>
              </a:solidFill>
              <a:ln w="9525">
                <a:noFill/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pt-BR"/>
              </a:p>
            </p:txBody>
          </p:sp>
          <p:sp>
            <p:nvSpPr>
              <p:cNvPr id="2" name="Freeform 18"/>
              <p:cNvSpPr>
                <a:spLocks noChangeArrowheads="1"/>
              </p:cNvSpPr>
              <p:nvPr/>
            </p:nvSpPr>
            <p:spPr bwMode="auto">
              <a:xfrm flipH="1">
                <a:off x="106" y="4046"/>
                <a:ext cx="468" cy="255"/>
              </a:xfrm>
              <a:custGeom>
                <a:avLst/>
                <a:gdLst>
                  <a:gd name="T0" fmla="*/ 0 w 624"/>
                  <a:gd name="T1" fmla="*/ 1 h 370"/>
                  <a:gd name="T2" fmla="*/ 0 w 624"/>
                  <a:gd name="T3" fmla="*/ 3 h 370"/>
                  <a:gd name="T4" fmla="*/ 15 w 624"/>
                  <a:gd name="T5" fmla="*/ 3 h 370"/>
                  <a:gd name="T6" fmla="*/ 15 w 624"/>
                  <a:gd name="T7" fmla="*/ 1 h 370"/>
                  <a:gd name="T8" fmla="*/ 10 w 624"/>
                  <a:gd name="T9" fmla="*/ 1 h 370"/>
                  <a:gd name="T10" fmla="*/ 0 w 624"/>
                  <a:gd name="T11" fmla="*/ 1 h 370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0" t="0" r="r" b="b"/>
                <a:pathLst>
                  <a:path w="624" h="370">
                    <a:moveTo>
                      <a:pt x="0" y="53"/>
                    </a:moveTo>
                    <a:lnTo>
                      <a:pt x="0" y="325"/>
                    </a:lnTo>
                    <a:cubicBezTo>
                      <a:pt x="104" y="370"/>
                      <a:pt x="520" y="370"/>
                      <a:pt x="624" y="325"/>
                    </a:cubicBezTo>
                    <a:lnTo>
                      <a:pt x="624" y="53"/>
                    </a:lnTo>
                    <a:cubicBezTo>
                      <a:pt x="584" y="0"/>
                      <a:pt x="488" y="8"/>
                      <a:pt x="384" y="8"/>
                    </a:cubicBezTo>
                    <a:cubicBezTo>
                      <a:pt x="280" y="8"/>
                      <a:pt x="80" y="44"/>
                      <a:pt x="0" y="53"/>
                    </a:cubicBezTo>
                    <a:close/>
                  </a:path>
                </a:pathLst>
              </a:custGeom>
              <a:solidFill>
                <a:srgbClr val="E1E1B7"/>
              </a:solidFill>
              <a:ln w="9525">
                <a:noFill/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pt-BR"/>
              </a:p>
            </p:txBody>
          </p:sp>
          <p:sp>
            <p:nvSpPr>
              <p:cNvPr id="3" name="Freeform 19"/>
              <p:cNvSpPr>
                <a:spLocks noChangeArrowheads="1"/>
              </p:cNvSpPr>
              <p:nvPr/>
            </p:nvSpPr>
            <p:spPr bwMode="auto">
              <a:xfrm rot="16200000" flipH="1">
                <a:off x="196" y="4659"/>
                <a:ext cx="291" cy="469"/>
              </a:xfrm>
              <a:custGeom>
                <a:avLst/>
                <a:gdLst>
                  <a:gd name="T0" fmla="*/ 0 w 291"/>
                  <a:gd name="T1" fmla="*/ 15 h 625"/>
                  <a:gd name="T2" fmla="*/ 291 w 291"/>
                  <a:gd name="T3" fmla="*/ 15 h 625"/>
                  <a:gd name="T4" fmla="*/ 291 w 291"/>
                  <a:gd name="T5" fmla="*/ 2 h 625"/>
                  <a:gd name="T6" fmla="*/ 0 w 291"/>
                  <a:gd name="T7" fmla="*/ 0 h 625"/>
                  <a:gd name="T8" fmla="*/ 0 w 291"/>
                  <a:gd name="T9" fmla="*/ 15 h 625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291" h="625">
                    <a:moveTo>
                      <a:pt x="0" y="624"/>
                    </a:moveTo>
                    <a:lnTo>
                      <a:pt x="291" y="625"/>
                    </a:lnTo>
                    <a:lnTo>
                      <a:pt x="291" y="6"/>
                    </a:lnTo>
                    <a:lnTo>
                      <a:pt x="0" y="0"/>
                    </a:lnTo>
                    <a:cubicBezTo>
                      <a:pt x="39" y="384"/>
                      <a:pt x="0" y="494"/>
                      <a:pt x="0" y="624"/>
                    </a:cubicBezTo>
                    <a:close/>
                  </a:path>
                </a:pathLst>
              </a:custGeom>
              <a:solidFill>
                <a:srgbClr val="000000"/>
              </a:solidFill>
              <a:ln w="9525">
                <a:noFill/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pt-BR"/>
              </a:p>
            </p:txBody>
          </p:sp>
          <p:sp>
            <p:nvSpPr>
              <p:cNvPr id="4" name="Freeform 20"/>
              <p:cNvSpPr>
                <a:spLocks noChangeArrowheads="1"/>
              </p:cNvSpPr>
              <p:nvPr/>
            </p:nvSpPr>
            <p:spPr bwMode="auto">
              <a:xfrm flipH="1">
                <a:off x="106" y="4493"/>
                <a:ext cx="468" cy="361"/>
              </a:xfrm>
              <a:custGeom>
                <a:avLst/>
                <a:gdLst/>
                <a:ahLst/>
                <a:cxnLst/>
                <a:rect l="0" t="0" r="0" b="0"/>
                <a:pathLst/>
              </a:custGeom>
              <a:solidFill>
                <a:srgbClr val="3366CC"/>
              </a:solidFill>
              <a:ln w="9525">
                <a:noFill/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pt-BR"/>
              </a:p>
            </p:txBody>
          </p:sp>
          <p:sp>
            <p:nvSpPr>
              <p:cNvPr id="1053" name="Freeform 21"/>
              <p:cNvSpPr>
                <a:spLocks noChangeArrowheads="1"/>
              </p:cNvSpPr>
              <p:nvPr/>
            </p:nvSpPr>
            <p:spPr bwMode="auto">
              <a:xfrm flipH="1">
                <a:off x="106" y="4233"/>
                <a:ext cx="474" cy="316"/>
              </a:xfrm>
              <a:custGeom>
                <a:avLst/>
                <a:gdLst>
                  <a:gd name="T0" fmla="*/ 2 w 632"/>
                  <a:gd name="T1" fmla="*/ 8 h 362"/>
                  <a:gd name="T2" fmla="*/ 2 w 632"/>
                  <a:gd name="T3" fmla="*/ 54 h 362"/>
                  <a:gd name="T4" fmla="*/ 6 w 632"/>
                  <a:gd name="T5" fmla="*/ 54 h 362"/>
                  <a:gd name="T6" fmla="*/ 15 w 632"/>
                  <a:gd name="T7" fmla="*/ 54 h 362"/>
                  <a:gd name="T8" fmla="*/ 15 w 632"/>
                  <a:gd name="T9" fmla="*/ 8 h 362"/>
                  <a:gd name="T10" fmla="*/ 3 w 632"/>
                  <a:gd name="T11" fmla="*/ 8 h 362"/>
                  <a:gd name="T12" fmla="*/ 2 w 632"/>
                  <a:gd name="T13" fmla="*/ 8 h 362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0" t="0" r="r" b="b"/>
                <a:pathLst>
                  <a:path w="632" h="362">
                    <a:moveTo>
                      <a:pt x="8" y="45"/>
                    </a:moveTo>
                    <a:lnTo>
                      <a:pt x="8" y="317"/>
                    </a:lnTo>
                    <a:cubicBezTo>
                      <a:pt x="48" y="362"/>
                      <a:pt x="144" y="317"/>
                      <a:pt x="248" y="317"/>
                    </a:cubicBezTo>
                    <a:cubicBezTo>
                      <a:pt x="352" y="317"/>
                      <a:pt x="568" y="362"/>
                      <a:pt x="632" y="317"/>
                    </a:cubicBezTo>
                    <a:lnTo>
                      <a:pt x="632" y="45"/>
                    </a:lnTo>
                    <a:cubicBezTo>
                      <a:pt x="544" y="0"/>
                      <a:pt x="208" y="45"/>
                      <a:pt x="104" y="45"/>
                    </a:cubicBezTo>
                    <a:cubicBezTo>
                      <a:pt x="0" y="45"/>
                      <a:pt x="28" y="45"/>
                      <a:pt x="8" y="45"/>
                    </a:cubicBezTo>
                    <a:close/>
                  </a:path>
                </a:pathLst>
              </a:custGeom>
              <a:solidFill>
                <a:srgbClr val="003366"/>
              </a:solidFill>
              <a:ln w="9525">
                <a:noFill/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pt-BR"/>
              </a:p>
            </p:txBody>
          </p:sp>
        </p:grpSp>
        <p:sp>
          <p:nvSpPr>
            <p:cNvPr id="1033" name="Freeform 22"/>
            <p:cNvSpPr>
              <a:spLocks noChangeArrowheads="1"/>
            </p:cNvSpPr>
            <p:nvPr/>
          </p:nvSpPr>
          <p:spPr bwMode="auto">
            <a:xfrm rot="16200000" flipH="1">
              <a:off x="-1954" y="1951"/>
              <a:ext cx="4320" cy="412"/>
            </a:xfrm>
            <a:custGeom>
              <a:avLst/>
              <a:gdLst/>
              <a:ahLst/>
              <a:cxnLst/>
              <a:rect l="0" t="0" r="0" b="0"/>
              <a:pathLst/>
            </a:custGeom>
            <a:gradFill rotWithShape="0">
              <a:gsLst>
                <a:gs pos="0">
                  <a:srgbClr val="767676"/>
                </a:gs>
                <a:gs pos="100000">
                  <a:srgbClr val="FFFFFF"/>
                </a:gs>
              </a:gsLst>
              <a:lin ang="10800000" scaled="1"/>
            </a:gradFill>
            <a:ln w="9525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pt-BR"/>
            </a:p>
          </p:txBody>
        </p:sp>
        <p:sp>
          <p:nvSpPr>
            <p:cNvPr id="1034" name="Freeform 23"/>
            <p:cNvSpPr>
              <a:spLocks noChangeArrowheads="1"/>
            </p:cNvSpPr>
            <p:nvPr/>
          </p:nvSpPr>
          <p:spPr bwMode="auto">
            <a:xfrm rot="16200000" flipH="1">
              <a:off x="-1582" y="2062"/>
              <a:ext cx="4319" cy="189"/>
            </a:xfrm>
            <a:custGeom>
              <a:avLst/>
              <a:gdLst/>
              <a:ahLst/>
              <a:cxnLst/>
              <a:rect l="0" t="0" r="0" b="0"/>
              <a:pathLst/>
            </a:custGeom>
            <a:gradFill rotWithShape="0">
              <a:gsLst>
                <a:gs pos="0">
                  <a:srgbClr val="FFFFFF"/>
                </a:gs>
                <a:gs pos="100000">
                  <a:srgbClr val="767676"/>
                </a:gs>
              </a:gsLst>
              <a:lin ang="10800000" scaled="1"/>
            </a:gradFill>
            <a:ln w="9525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pt-BR"/>
            </a:p>
          </p:txBody>
        </p:sp>
      </p:grpSp>
      <p:sp>
        <p:nvSpPr>
          <p:cNvPr id="1027" name="Rectangle 24"/>
          <p:cNvSpPr>
            <a:spLocks noGrp="1" noChangeArrowheads="1"/>
          </p:cNvSpPr>
          <p:nvPr>
            <p:ph type="title"/>
          </p:nvPr>
        </p:nvSpPr>
        <p:spPr bwMode="auto">
          <a:xfrm>
            <a:off x="1173163" y="311150"/>
            <a:ext cx="7770812" cy="1433513"/>
          </a:xfrm>
          <a:prstGeom prst="rect">
            <a:avLst/>
          </a:prstGeom>
          <a:noFill/>
          <a:ln w="9525">
            <a:noFill/>
            <a:round/>
            <a:headEnd/>
            <a:tailEnd/>
          </a:ln>
          <a:effectLst/>
        </p:spPr>
        <p:txBody>
          <a:bodyPr vert="horz" wrap="square" lIns="90000" tIns="46800" rIns="90000" bIns="4680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GB" altLang="pt-BR"/>
              <a:t>Clique para editar o formato do título de texto</a:t>
            </a:r>
          </a:p>
        </p:txBody>
      </p:sp>
      <p:sp>
        <p:nvSpPr>
          <p:cNvPr id="1028" name="Rectangle 25"/>
          <p:cNvSpPr>
            <a:spLocks noGrp="1" noChangeArrowheads="1"/>
          </p:cNvSpPr>
          <p:nvPr>
            <p:ph type="body" idx="1"/>
          </p:nvPr>
        </p:nvSpPr>
        <p:spPr bwMode="auto">
          <a:xfrm>
            <a:off x="1173163" y="1981200"/>
            <a:ext cx="7770812" cy="4233863"/>
          </a:xfrm>
          <a:prstGeom prst="rect">
            <a:avLst/>
          </a:prstGeom>
          <a:noFill/>
          <a:ln w="9525">
            <a:noFill/>
            <a:round/>
            <a:headEnd/>
            <a:tailEnd/>
          </a:ln>
          <a:effectLst/>
        </p:spPr>
        <p:txBody>
          <a:bodyPr vert="horz" wrap="square" lIns="90000" tIns="46800" rIns="90000" bIns="4680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GB" altLang="pt-BR"/>
              <a:t>Clique para editar o formato do texto em estrutura de tópicos</a:t>
            </a:r>
          </a:p>
          <a:p>
            <a:pPr lvl="1"/>
            <a:r>
              <a:rPr lang="en-GB" altLang="pt-BR"/>
              <a:t>Segundo Nível da Estrutura de Tópicos</a:t>
            </a:r>
          </a:p>
          <a:p>
            <a:pPr lvl="2"/>
            <a:r>
              <a:rPr lang="en-GB" altLang="pt-BR"/>
              <a:t>Terceiro Nível da Estrutura de Tópicos</a:t>
            </a:r>
          </a:p>
          <a:p>
            <a:pPr lvl="3"/>
            <a:r>
              <a:rPr lang="en-GB" altLang="pt-BR"/>
              <a:t>Quarto Nível da Estrutura de Tópicos</a:t>
            </a:r>
          </a:p>
          <a:p>
            <a:pPr lvl="4"/>
            <a:r>
              <a:rPr lang="en-GB" altLang="pt-BR"/>
              <a:t>Quinto Nível da Estrutura de Tópicos</a:t>
            </a:r>
          </a:p>
          <a:p>
            <a:pPr lvl="4"/>
            <a:r>
              <a:rPr lang="en-GB" altLang="pt-BR"/>
              <a:t>Sexto Nível da Estrutura de Tópicos</a:t>
            </a:r>
          </a:p>
          <a:p>
            <a:pPr lvl="4"/>
            <a:r>
              <a:rPr lang="en-GB" altLang="pt-BR"/>
              <a:t>Sétimo Nível da Estrutura de Tópicos</a:t>
            </a:r>
          </a:p>
          <a:p>
            <a:pPr lvl="4"/>
            <a:r>
              <a:rPr lang="en-GB" altLang="pt-BR"/>
              <a:t>Oitavo Nível da Estrutura de Tópicos</a:t>
            </a:r>
          </a:p>
          <a:p>
            <a:pPr lvl="4"/>
            <a:r>
              <a:rPr lang="en-GB" altLang="pt-BR"/>
              <a:t>Nono Nível da Estrutura de Tópicos</a:t>
            </a:r>
          </a:p>
        </p:txBody>
      </p:sp>
      <p:sp>
        <p:nvSpPr>
          <p:cNvPr id="1050" name="Rectangle 26"/>
          <p:cNvSpPr>
            <a:spLocks noGrp="1" noChangeArrowheads="1"/>
          </p:cNvSpPr>
          <p:nvPr>
            <p:ph type="dt"/>
          </p:nvPr>
        </p:nvSpPr>
        <p:spPr bwMode="auto">
          <a:xfrm>
            <a:off x="1173163" y="6265863"/>
            <a:ext cx="1903412" cy="455612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0000" tIns="46800" rIns="90000" bIns="46800" numCol="1" anchor="t" anchorCtr="0" compatLnSpc="1">
            <a:prstTxWarp prst="textNoShape">
              <a:avLst/>
            </a:prstTxWarp>
          </a:bodyPr>
          <a:lstStyle>
            <a:lvl1pPr>
              <a:lnSpc>
                <a:spcPct val="100000"/>
              </a:lnSpc>
              <a:spcBef>
                <a:spcPts val="875"/>
              </a:spcBef>
              <a:buClr>
                <a:srgbClr val="000000"/>
              </a:buClr>
              <a:buSzPct val="100000"/>
              <a:buFont typeface="Arial" panose="020B0604020202020204" pitchFamily="34" charset="0"/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400">
                <a:solidFill>
                  <a:srgbClr val="000000"/>
                </a:solidFill>
                <a:latin typeface="+mn-lt"/>
                <a:cs typeface="+mn-cs"/>
              </a:defRPr>
            </a:lvl1pPr>
          </a:lstStyle>
          <a:p>
            <a:pPr>
              <a:defRPr/>
            </a:pPr>
            <a:endParaRPr lang="en-GB" altLang="pt-BR"/>
          </a:p>
        </p:txBody>
      </p:sp>
      <p:sp>
        <p:nvSpPr>
          <p:cNvPr id="1051" name="Rectangle 27"/>
          <p:cNvSpPr>
            <a:spLocks noGrp="1" noChangeArrowheads="1"/>
          </p:cNvSpPr>
          <p:nvPr>
            <p:ph type="ftr"/>
          </p:nvPr>
        </p:nvSpPr>
        <p:spPr bwMode="auto">
          <a:xfrm>
            <a:off x="3581400" y="6248400"/>
            <a:ext cx="2894013" cy="455613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0000" tIns="46800" rIns="90000" bIns="46800" numCol="1" anchor="t" anchorCtr="0" compatLnSpc="1">
            <a:prstTxWarp prst="textNoShape">
              <a:avLst/>
            </a:prstTxWarp>
          </a:bodyPr>
          <a:lstStyle>
            <a:lvl1pPr algn="ctr">
              <a:lnSpc>
                <a:spcPct val="100000"/>
              </a:lnSpc>
              <a:spcBef>
                <a:spcPts val="875"/>
              </a:spcBef>
              <a:buClr>
                <a:srgbClr val="000000"/>
              </a:buClr>
              <a:buSzPct val="100000"/>
              <a:buFont typeface="Arial" panose="020B0604020202020204" pitchFamily="34" charset="0"/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400">
                <a:solidFill>
                  <a:srgbClr val="000000"/>
                </a:solidFill>
                <a:latin typeface="+mn-lt"/>
                <a:cs typeface="+mn-cs"/>
              </a:defRPr>
            </a:lvl1pPr>
          </a:lstStyle>
          <a:p>
            <a:pPr>
              <a:defRPr/>
            </a:pPr>
            <a:endParaRPr lang="en-GB" altLang="pt-BR"/>
          </a:p>
        </p:txBody>
      </p:sp>
      <p:sp>
        <p:nvSpPr>
          <p:cNvPr id="1052" name="Rectangle 28"/>
          <p:cNvSpPr>
            <a:spLocks noGrp="1" noChangeArrowheads="1"/>
          </p:cNvSpPr>
          <p:nvPr>
            <p:ph type="sldNum"/>
          </p:nvPr>
        </p:nvSpPr>
        <p:spPr bwMode="auto">
          <a:xfrm>
            <a:off x="7010400" y="6248400"/>
            <a:ext cx="1903413" cy="455613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0000" tIns="46800" rIns="90000" bIns="46800" numCol="1" anchor="t" anchorCtr="0" compatLnSpc="1">
            <a:prstTxWarp prst="textNoShape">
              <a:avLst/>
            </a:prstTxWarp>
          </a:bodyPr>
          <a:lstStyle>
            <a:lvl1pPr algn="r">
              <a:spcBef>
                <a:spcPts val="875"/>
              </a:spcBef>
              <a:buClr>
                <a:srgbClr val="000000"/>
              </a:buClr>
              <a:buSzPct val="100000"/>
              <a:buFont typeface="Arial" charset="0"/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400">
                <a:solidFill>
                  <a:srgbClr val="000000"/>
                </a:solidFill>
                <a:latin typeface="Arial" charset="0"/>
              </a:defRPr>
            </a:lvl1pPr>
          </a:lstStyle>
          <a:p>
            <a:fld id="{FB49F82B-7704-4738-8B24-8BAFFB800853}" type="slidenum">
              <a:rPr lang="en-GB" altLang="pt-BR"/>
              <a:pPr/>
              <a:t>‹nº›</a:t>
            </a:fld>
            <a:endParaRPr lang="en-GB" altLang="pt-BR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0" r:id="rId1"/>
    <p:sldLayoutId id="2147483651" r:id="rId2"/>
    <p:sldLayoutId id="2147483652" r:id="rId3"/>
    <p:sldLayoutId id="2147483653" r:id="rId4"/>
    <p:sldLayoutId id="2147483654" r:id="rId5"/>
    <p:sldLayoutId id="2147483655" r:id="rId6"/>
    <p:sldLayoutId id="2147483656" r:id="rId7"/>
    <p:sldLayoutId id="2147483657" r:id="rId8"/>
    <p:sldLayoutId id="2147483658" r:id="rId9"/>
    <p:sldLayoutId id="2147483659" r:id="rId10"/>
    <p:sldLayoutId id="2147483660" r:id="rId11"/>
  </p:sldLayoutIdLst>
  <p:txStyles>
    <p:titleStyle>
      <a:lvl1pPr algn="l" defTabSz="449263" rtl="0" eaLnBrk="0" fontAlgn="base" hangingPunct="0">
        <a:lnSpc>
          <a:spcPct val="95000"/>
        </a:lnSpc>
        <a:spcBef>
          <a:spcPct val="0"/>
        </a:spcBef>
        <a:spcAft>
          <a:spcPct val="0"/>
        </a:spcAft>
        <a:buClr>
          <a:srgbClr val="003366"/>
        </a:buClr>
        <a:buSzPct val="100000"/>
        <a:buFont typeface="Times New Roman" pitchFamily="18" charset="0"/>
        <a:defRPr sz="4400" kern="1200">
          <a:solidFill>
            <a:srgbClr val="003366"/>
          </a:solidFill>
          <a:latin typeface="+mj-lt"/>
          <a:ea typeface="+mj-ea"/>
          <a:cs typeface="+mj-cs"/>
        </a:defRPr>
      </a:lvl1pPr>
      <a:lvl2pPr algn="l" defTabSz="449263" rtl="0" eaLnBrk="0" fontAlgn="base" hangingPunct="0">
        <a:lnSpc>
          <a:spcPct val="95000"/>
        </a:lnSpc>
        <a:spcBef>
          <a:spcPct val="0"/>
        </a:spcBef>
        <a:spcAft>
          <a:spcPct val="0"/>
        </a:spcAft>
        <a:buClr>
          <a:srgbClr val="003366"/>
        </a:buClr>
        <a:buSzPct val="100000"/>
        <a:buFont typeface="Times New Roman" pitchFamily="18" charset="0"/>
        <a:defRPr sz="4400">
          <a:solidFill>
            <a:srgbClr val="003366"/>
          </a:solidFill>
          <a:latin typeface="Times New Roman" panose="02020603050405020304" pitchFamily="18" charset="0"/>
          <a:ea typeface="Arial Unicode MS" panose="020B0604020202020204" pitchFamily="34" charset="-128"/>
          <a:cs typeface="Arial Unicode MS" panose="020B0604020202020204" pitchFamily="34" charset="-128"/>
        </a:defRPr>
      </a:lvl2pPr>
      <a:lvl3pPr algn="l" defTabSz="449263" rtl="0" eaLnBrk="0" fontAlgn="base" hangingPunct="0">
        <a:lnSpc>
          <a:spcPct val="95000"/>
        </a:lnSpc>
        <a:spcBef>
          <a:spcPct val="0"/>
        </a:spcBef>
        <a:spcAft>
          <a:spcPct val="0"/>
        </a:spcAft>
        <a:buClr>
          <a:srgbClr val="003366"/>
        </a:buClr>
        <a:buSzPct val="100000"/>
        <a:buFont typeface="Times New Roman" pitchFamily="18" charset="0"/>
        <a:defRPr sz="4400">
          <a:solidFill>
            <a:srgbClr val="003366"/>
          </a:solidFill>
          <a:latin typeface="Times New Roman" panose="02020603050405020304" pitchFamily="18" charset="0"/>
          <a:ea typeface="Arial Unicode MS" panose="020B0604020202020204" pitchFamily="34" charset="-128"/>
          <a:cs typeface="Arial Unicode MS" panose="020B0604020202020204" pitchFamily="34" charset="-128"/>
        </a:defRPr>
      </a:lvl3pPr>
      <a:lvl4pPr algn="l" defTabSz="449263" rtl="0" eaLnBrk="0" fontAlgn="base" hangingPunct="0">
        <a:lnSpc>
          <a:spcPct val="95000"/>
        </a:lnSpc>
        <a:spcBef>
          <a:spcPct val="0"/>
        </a:spcBef>
        <a:spcAft>
          <a:spcPct val="0"/>
        </a:spcAft>
        <a:buClr>
          <a:srgbClr val="003366"/>
        </a:buClr>
        <a:buSzPct val="100000"/>
        <a:buFont typeface="Times New Roman" pitchFamily="18" charset="0"/>
        <a:defRPr sz="4400">
          <a:solidFill>
            <a:srgbClr val="003366"/>
          </a:solidFill>
          <a:latin typeface="Times New Roman" panose="02020603050405020304" pitchFamily="18" charset="0"/>
          <a:ea typeface="Arial Unicode MS" panose="020B0604020202020204" pitchFamily="34" charset="-128"/>
          <a:cs typeface="Arial Unicode MS" panose="020B0604020202020204" pitchFamily="34" charset="-128"/>
        </a:defRPr>
      </a:lvl4pPr>
      <a:lvl5pPr algn="l" defTabSz="449263" rtl="0" eaLnBrk="0" fontAlgn="base" hangingPunct="0">
        <a:lnSpc>
          <a:spcPct val="95000"/>
        </a:lnSpc>
        <a:spcBef>
          <a:spcPct val="0"/>
        </a:spcBef>
        <a:spcAft>
          <a:spcPct val="0"/>
        </a:spcAft>
        <a:buClr>
          <a:srgbClr val="003366"/>
        </a:buClr>
        <a:buSzPct val="100000"/>
        <a:buFont typeface="Times New Roman" pitchFamily="18" charset="0"/>
        <a:defRPr sz="4400">
          <a:solidFill>
            <a:srgbClr val="003366"/>
          </a:solidFill>
          <a:latin typeface="Times New Roman" panose="02020603050405020304" pitchFamily="18" charset="0"/>
          <a:ea typeface="Arial Unicode MS" panose="020B0604020202020204" pitchFamily="34" charset="-128"/>
          <a:cs typeface="Arial Unicode MS" panose="020B0604020202020204" pitchFamily="34" charset="-128"/>
        </a:defRPr>
      </a:lvl5pPr>
      <a:lvl6pPr marL="457200" algn="l" defTabSz="449263" rtl="0" eaLnBrk="0" fontAlgn="base" hangingPunct="0">
        <a:lnSpc>
          <a:spcPct val="95000"/>
        </a:lnSpc>
        <a:spcBef>
          <a:spcPct val="0"/>
        </a:spcBef>
        <a:spcAft>
          <a:spcPct val="0"/>
        </a:spcAft>
        <a:buClr>
          <a:srgbClr val="003366"/>
        </a:buClr>
        <a:buSzPct val="100000"/>
        <a:buFont typeface="Times New Roman" panose="02020603050405020304" pitchFamily="18" charset="0"/>
        <a:defRPr sz="4400">
          <a:solidFill>
            <a:srgbClr val="003366"/>
          </a:solidFill>
          <a:latin typeface="Times New Roman" panose="02020603050405020304" pitchFamily="18" charset="0"/>
          <a:ea typeface="Arial Unicode MS" panose="020B0604020202020204" pitchFamily="34" charset="-128"/>
          <a:cs typeface="Arial Unicode MS" panose="020B0604020202020204" pitchFamily="34" charset="-128"/>
        </a:defRPr>
      </a:lvl6pPr>
      <a:lvl7pPr marL="914400" algn="l" defTabSz="449263" rtl="0" eaLnBrk="0" fontAlgn="base" hangingPunct="0">
        <a:lnSpc>
          <a:spcPct val="95000"/>
        </a:lnSpc>
        <a:spcBef>
          <a:spcPct val="0"/>
        </a:spcBef>
        <a:spcAft>
          <a:spcPct val="0"/>
        </a:spcAft>
        <a:buClr>
          <a:srgbClr val="003366"/>
        </a:buClr>
        <a:buSzPct val="100000"/>
        <a:buFont typeface="Times New Roman" panose="02020603050405020304" pitchFamily="18" charset="0"/>
        <a:defRPr sz="4400">
          <a:solidFill>
            <a:srgbClr val="003366"/>
          </a:solidFill>
          <a:latin typeface="Times New Roman" panose="02020603050405020304" pitchFamily="18" charset="0"/>
          <a:ea typeface="Arial Unicode MS" panose="020B0604020202020204" pitchFamily="34" charset="-128"/>
          <a:cs typeface="Arial Unicode MS" panose="020B0604020202020204" pitchFamily="34" charset="-128"/>
        </a:defRPr>
      </a:lvl7pPr>
      <a:lvl8pPr marL="1371600" algn="l" defTabSz="449263" rtl="0" eaLnBrk="0" fontAlgn="base" hangingPunct="0">
        <a:lnSpc>
          <a:spcPct val="95000"/>
        </a:lnSpc>
        <a:spcBef>
          <a:spcPct val="0"/>
        </a:spcBef>
        <a:spcAft>
          <a:spcPct val="0"/>
        </a:spcAft>
        <a:buClr>
          <a:srgbClr val="003366"/>
        </a:buClr>
        <a:buSzPct val="100000"/>
        <a:buFont typeface="Times New Roman" panose="02020603050405020304" pitchFamily="18" charset="0"/>
        <a:defRPr sz="4400">
          <a:solidFill>
            <a:srgbClr val="003366"/>
          </a:solidFill>
          <a:latin typeface="Times New Roman" panose="02020603050405020304" pitchFamily="18" charset="0"/>
          <a:ea typeface="Arial Unicode MS" panose="020B0604020202020204" pitchFamily="34" charset="-128"/>
          <a:cs typeface="Arial Unicode MS" panose="020B0604020202020204" pitchFamily="34" charset="-128"/>
        </a:defRPr>
      </a:lvl8pPr>
      <a:lvl9pPr marL="1828800" algn="l" defTabSz="449263" rtl="0" eaLnBrk="0" fontAlgn="base" hangingPunct="0">
        <a:lnSpc>
          <a:spcPct val="95000"/>
        </a:lnSpc>
        <a:spcBef>
          <a:spcPct val="0"/>
        </a:spcBef>
        <a:spcAft>
          <a:spcPct val="0"/>
        </a:spcAft>
        <a:buClr>
          <a:srgbClr val="003366"/>
        </a:buClr>
        <a:buSzPct val="100000"/>
        <a:buFont typeface="Times New Roman" panose="02020603050405020304" pitchFamily="18" charset="0"/>
        <a:defRPr sz="4400">
          <a:solidFill>
            <a:srgbClr val="003366"/>
          </a:solidFill>
          <a:latin typeface="Times New Roman" panose="02020603050405020304" pitchFamily="18" charset="0"/>
          <a:ea typeface="Arial Unicode MS" panose="020B0604020202020204" pitchFamily="34" charset="-128"/>
          <a:cs typeface="Arial Unicode MS" panose="020B0604020202020204" pitchFamily="34" charset="-128"/>
        </a:defRPr>
      </a:lvl9pPr>
    </p:titleStyle>
    <p:bodyStyle>
      <a:lvl1pPr marL="341313" indent="-341313" algn="l" defTabSz="449263" rtl="0" eaLnBrk="0" fontAlgn="base" hangingPunct="0">
        <a:lnSpc>
          <a:spcPct val="93000"/>
        </a:lnSpc>
        <a:spcBef>
          <a:spcPts val="800"/>
        </a:spcBef>
        <a:spcAft>
          <a:spcPct val="0"/>
        </a:spcAft>
        <a:buClr>
          <a:srgbClr val="0099CC"/>
        </a:buClr>
        <a:buSzPct val="70000"/>
        <a:buFont typeface="Monotype Sorts" charset="2"/>
        <a:buChar char=""/>
        <a:defRPr sz="3200" kern="1200">
          <a:solidFill>
            <a:srgbClr val="000000"/>
          </a:solidFill>
          <a:latin typeface="+mn-lt"/>
          <a:ea typeface="+mn-ea"/>
          <a:cs typeface="+mn-cs"/>
        </a:defRPr>
      </a:lvl1pPr>
      <a:lvl2pPr marL="741363" indent="-284163" algn="l" defTabSz="449263" rtl="0" eaLnBrk="0" fontAlgn="base" hangingPunct="0">
        <a:lnSpc>
          <a:spcPct val="93000"/>
        </a:lnSpc>
        <a:spcBef>
          <a:spcPts val="700"/>
        </a:spcBef>
        <a:spcAft>
          <a:spcPct val="0"/>
        </a:spcAft>
        <a:buClr>
          <a:srgbClr val="000000"/>
        </a:buClr>
        <a:buSzPct val="100000"/>
        <a:buFont typeface="Arial" charset="0"/>
        <a:buChar char="–"/>
        <a:defRPr sz="2800" kern="1200">
          <a:solidFill>
            <a:srgbClr val="000000"/>
          </a:solidFill>
          <a:latin typeface="+mn-lt"/>
          <a:ea typeface="+mn-ea"/>
          <a:cs typeface="+mn-cs"/>
        </a:defRPr>
      </a:lvl2pPr>
      <a:lvl3pPr marL="1143000" indent="-228600" algn="l" defTabSz="449263" rtl="0" eaLnBrk="0" fontAlgn="base" hangingPunct="0">
        <a:lnSpc>
          <a:spcPct val="93000"/>
        </a:lnSpc>
        <a:spcBef>
          <a:spcPts val="600"/>
        </a:spcBef>
        <a:spcAft>
          <a:spcPct val="0"/>
        </a:spcAft>
        <a:buClr>
          <a:srgbClr val="000000"/>
        </a:buClr>
        <a:buSzPct val="100000"/>
        <a:buFont typeface="Arial" charset="0"/>
        <a:buChar char="•"/>
        <a:defRPr sz="2400" kern="1200">
          <a:solidFill>
            <a:srgbClr val="000000"/>
          </a:solidFill>
          <a:latin typeface="+mn-lt"/>
          <a:ea typeface="+mn-ea"/>
          <a:cs typeface="+mn-cs"/>
        </a:defRPr>
      </a:lvl3pPr>
      <a:lvl4pPr marL="1600200" indent="-228600" algn="l" defTabSz="449263" rtl="0" eaLnBrk="0" fontAlgn="base" hangingPunct="0">
        <a:lnSpc>
          <a:spcPct val="93000"/>
        </a:lnSpc>
        <a:spcBef>
          <a:spcPts val="500"/>
        </a:spcBef>
        <a:spcAft>
          <a:spcPct val="0"/>
        </a:spcAft>
        <a:buClr>
          <a:srgbClr val="000000"/>
        </a:buClr>
        <a:buSzPct val="100000"/>
        <a:buFont typeface="Arial" charset="0"/>
        <a:buChar char="–"/>
        <a:defRPr sz="2000" kern="1200">
          <a:solidFill>
            <a:srgbClr val="000000"/>
          </a:solidFill>
          <a:latin typeface="+mn-lt"/>
          <a:ea typeface="+mn-ea"/>
          <a:cs typeface="+mn-cs"/>
        </a:defRPr>
      </a:lvl4pPr>
      <a:lvl5pPr marL="2057400" indent="-228600" algn="l" defTabSz="449263" rtl="0" eaLnBrk="0" fontAlgn="base" hangingPunct="0">
        <a:lnSpc>
          <a:spcPct val="93000"/>
        </a:lnSpc>
        <a:spcBef>
          <a:spcPts val="500"/>
        </a:spcBef>
        <a:spcAft>
          <a:spcPct val="0"/>
        </a:spcAft>
        <a:buClr>
          <a:srgbClr val="000000"/>
        </a:buClr>
        <a:buSzPct val="100000"/>
        <a:buFont typeface="Arial" charset="0"/>
        <a:buChar char="»"/>
        <a:defRPr sz="2000" kern="1200">
          <a:solidFill>
            <a:srgbClr val="000000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050" name="Group 1"/>
          <p:cNvGrpSpPr>
            <a:grpSpLocks/>
          </p:cNvGrpSpPr>
          <p:nvPr/>
        </p:nvGrpSpPr>
        <p:grpSpPr bwMode="auto">
          <a:xfrm>
            <a:off x="-3175" y="2438400"/>
            <a:ext cx="9145588" cy="1062038"/>
            <a:chOff x="-2" y="1536"/>
            <a:chExt cx="5761" cy="669"/>
          </a:xfrm>
        </p:grpSpPr>
        <p:grpSp>
          <p:nvGrpSpPr>
            <p:cNvPr id="2056" name="Group 2"/>
            <p:cNvGrpSpPr>
              <a:grpSpLocks/>
            </p:cNvGrpSpPr>
            <p:nvPr/>
          </p:nvGrpSpPr>
          <p:grpSpPr bwMode="auto">
            <a:xfrm>
              <a:off x="-2" y="1562"/>
              <a:ext cx="5761" cy="637"/>
              <a:chOff x="-2" y="1562"/>
              <a:chExt cx="5761" cy="637"/>
            </a:xfrm>
          </p:grpSpPr>
          <p:sp>
            <p:nvSpPr>
              <p:cNvPr id="2059" name="Freeform 3"/>
              <p:cNvSpPr>
                <a:spLocks noChangeArrowheads="1"/>
              </p:cNvSpPr>
              <p:nvPr/>
            </p:nvSpPr>
            <p:spPr bwMode="auto">
              <a:xfrm rot="5400000" flipH="1">
                <a:off x="2575" y="-993"/>
                <a:ext cx="624" cy="5745"/>
              </a:xfrm>
              <a:custGeom>
                <a:avLst/>
                <a:gdLst>
                  <a:gd name="T0" fmla="*/ 0 w 1000"/>
                  <a:gd name="T1" fmla="*/ 0 h 720"/>
                  <a:gd name="T2" fmla="*/ 0 w 1000"/>
                  <a:gd name="T3" fmla="*/ 2147483646 h 720"/>
                  <a:gd name="T4" fmla="*/ 2 w 1000"/>
                  <a:gd name="T5" fmla="*/ 2147483646 h 720"/>
                  <a:gd name="T6" fmla="*/ 2 w 1000"/>
                  <a:gd name="T7" fmla="*/ 0 h 720"/>
                  <a:gd name="T8" fmla="*/ 0 w 1000"/>
                  <a:gd name="T9" fmla="*/ 0 h 720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1000" h="720">
                    <a:moveTo>
                      <a:pt x="0" y="0"/>
                    </a:moveTo>
                    <a:lnTo>
                      <a:pt x="0" y="720"/>
                    </a:lnTo>
                    <a:lnTo>
                      <a:pt x="1000" y="720"/>
                    </a:lnTo>
                    <a:lnTo>
                      <a:pt x="1000" y="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0099CC"/>
              </a:solidFill>
              <a:ln w="9525">
                <a:noFill/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pt-BR"/>
              </a:p>
            </p:txBody>
          </p:sp>
          <p:sp>
            <p:nvSpPr>
              <p:cNvPr id="2060" name="Freeform 4"/>
              <p:cNvSpPr>
                <a:spLocks noChangeArrowheads="1"/>
              </p:cNvSpPr>
              <p:nvPr/>
            </p:nvSpPr>
            <p:spPr bwMode="auto">
              <a:xfrm rot="5400000" flipH="1">
                <a:off x="3811" y="1669"/>
                <a:ext cx="624" cy="421"/>
              </a:xfrm>
              <a:custGeom>
                <a:avLst/>
                <a:gdLst>
                  <a:gd name="T0" fmla="*/ 0 w 624"/>
                  <a:gd name="T1" fmla="*/ 0 h 317"/>
                  <a:gd name="T2" fmla="*/ 0 w 624"/>
                  <a:gd name="T3" fmla="*/ 10858 h 317"/>
                  <a:gd name="T4" fmla="*/ 624 w 624"/>
                  <a:gd name="T5" fmla="*/ 10858 h 317"/>
                  <a:gd name="T6" fmla="*/ 624 w 624"/>
                  <a:gd name="T7" fmla="*/ 0 h 317"/>
                  <a:gd name="T8" fmla="*/ 0 w 624"/>
                  <a:gd name="T9" fmla="*/ 0 h 317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624" h="317">
                    <a:moveTo>
                      <a:pt x="0" y="0"/>
                    </a:moveTo>
                    <a:cubicBezTo>
                      <a:pt x="0" y="0"/>
                      <a:pt x="0" y="272"/>
                      <a:pt x="0" y="272"/>
                    </a:cubicBezTo>
                    <a:cubicBezTo>
                      <a:pt x="432" y="224"/>
                      <a:pt x="520" y="317"/>
                      <a:pt x="624" y="272"/>
                    </a:cubicBezTo>
                    <a:lnTo>
                      <a:pt x="624" y="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5490A8"/>
              </a:solidFill>
              <a:ln w="9525">
                <a:noFill/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pt-BR"/>
              </a:p>
            </p:txBody>
          </p:sp>
          <p:sp>
            <p:nvSpPr>
              <p:cNvPr id="2061" name="Freeform 5"/>
              <p:cNvSpPr>
                <a:spLocks noChangeArrowheads="1"/>
              </p:cNvSpPr>
              <p:nvPr/>
            </p:nvSpPr>
            <p:spPr bwMode="auto">
              <a:xfrm rot="5400000" flipH="1">
                <a:off x="4151" y="1669"/>
                <a:ext cx="624" cy="422"/>
              </a:xfrm>
              <a:custGeom>
                <a:avLst/>
                <a:gdLst/>
                <a:ahLst/>
                <a:cxnLst/>
                <a:rect l="0" t="0" r="0" b="0"/>
                <a:pathLst/>
              </a:custGeom>
              <a:solidFill>
                <a:srgbClr val="E1E1B7"/>
              </a:solidFill>
              <a:ln w="9525">
                <a:noFill/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pt-BR"/>
              </a:p>
            </p:txBody>
          </p:sp>
          <p:sp>
            <p:nvSpPr>
              <p:cNvPr id="2062" name="Freeform 6"/>
              <p:cNvSpPr>
                <a:spLocks noChangeArrowheads="1"/>
              </p:cNvSpPr>
              <p:nvPr/>
            </p:nvSpPr>
            <p:spPr bwMode="auto">
              <a:xfrm rot="5400000" flipH="1">
                <a:off x="5191" y="1752"/>
                <a:ext cx="624" cy="255"/>
              </a:xfrm>
              <a:custGeom>
                <a:avLst/>
                <a:gdLst>
                  <a:gd name="T0" fmla="*/ 0 w 624"/>
                  <a:gd name="T1" fmla="*/ 1 h 370"/>
                  <a:gd name="T2" fmla="*/ 0 w 624"/>
                  <a:gd name="T3" fmla="*/ 3 h 370"/>
                  <a:gd name="T4" fmla="*/ 624 w 624"/>
                  <a:gd name="T5" fmla="*/ 3 h 370"/>
                  <a:gd name="T6" fmla="*/ 624 w 624"/>
                  <a:gd name="T7" fmla="*/ 1 h 370"/>
                  <a:gd name="T8" fmla="*/ 384 w 624"/>
                  <a:gd name="T9" fmla="*/ 1 h 370"/>
                  <a:gd name="T10" fmla="*/ 0 w 624"/>
                  <a:gd name="T11" fmla="*/ 1 h 370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0" t="0" r="r" b="b"/>
                <a:pathLst>
                  <a:path w="624" h="370">
                    <a:moveTo>
                      <a:pt x="0" y="53"/>
                    </a:moveTo>
                    <a:lnTo>
                      <a:pt x="0" y="325"/>
                    </a:lnTo>
                    <a:cubicBezTo>
                      <a:pt x="104" y="370"/>
                      <a:pt x="520" y="370"/>
                      <a:pt x="624" y="325"/>
                    </a:cubicBezTo>
                    <a:lnTo>
                      <a:pt x="624" y="53"/>
                    </a:lnTo>
                    <a:cubicBezTo>
                      <a:pt x="584" y="0"/>
                      <a:pt x="488" y="8"/>
                      <a:pt x="384" y="8"/>
                    </a:cubicBezTo>
                    <a:cubicBezTo>
                      <a:pt x="280" y="8"/>
                      <a:pt x="80" y="44"/>
                      <a:pt x="0" y="53"/>
                    </a:cubicBezTo>
                    <a:close/>
                  </a:path>
                </a:pathLst>
              </a:custGeom>
              <a:solidFill>
                <a:srgbClr val="5490A8"/>
              </a:solidFill>
              <a:ln w="9525">
                <a:noFill/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pt-BR"/>
              </a:p>
            </p:txBody>
          </p:sp>
          <p:sp>
            <p:nvSpPr>
              <p:cNvPr id="2063" name="Freeform 7"/>
              <p:cNvSpPr>
                <a:spLocks noChangeArrowheads="1"/>
              </p:cNvSpPr>
              <p:nvPr/>
            </p:nvSpPr>
            <p:spPr bwMode="auto">
              <a:xfrm rot="5400000" flipH="1">
                <a:off x="4470" y="1733"/>
                <a:ext cx="624" cy="294"/>
              </a:xfrm>
              <a:custGeom>
                <a:avLst/>
                <a:gdLst>
                  <a:gd name="T0" fmla="*/ 0 w 624"/>
                  <a:gd name="T1" fmla="*/ 0 h 317"/>
                  <a:gd name="T2" fmla="*/ 0 w 624"/>
                  <a:gd name="T3" fmla="*/ 101 h 317"/>
                  <a:gd name="T4" fmla="*/ 624 w 624"/>
                  <a:gd name="T5" fmla="*/ 101 h 317"/>
                  <a:gd name="T6" fmla="*/ 624 w 624"/>
                  <a:gd name="T7" fmla="*/ 0 h 317"/>
                  <a:gd name="T8" fmla="*/ 0 w 624"/>
                  <a:gd name="T9" fmla="*/ 0 h 317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624" h="317">
                    <a:moveTo>
                      <a:pt x="0" y="0"/>
                    </a:moveTo>
                    <a:lnTo>
                      <a:pt x="0" y="272"/>
                    </a:lnTo>
                    <a:cubicBezTo>
                      <a:pt x="104" y="317"/>
                      <a:pt x="520" y="317"/>
                      <a:pt x="624" y="272"/>
                    </a:cubicBezTo>
                    <a:lnTo>
                      <a:pt x="624" y="0"/>
                    </a:lnTo>
                    <a:cubicBezTo>
                      <a:pt x="240" y="42"/>
                      <a:pt x="130" y="0"/>
                      <a:pt x="0" y="0"/>
                    </a:cubicBezTo>
                    <a:close/>
                  </a:path>
                </a:pathLst>
              </a:custGeom>
              <a:solidFill>
                <a:srgbClr val="000000"/>
              </a:solidFill>
              <a:ln w="9525">
                <a:noFill/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pt-BR"/>
              </a:p>
            </p:txBody>
          </p:sp>
          <p:sp>
            <p:nvSpPr>
              <p:cNvPr id="2064" name="Freeform 8"/>
              <p:cNvSpPr>
                <a:spLocks noChangeArrowheads="1"/>
              </p:cNvSpPr>
              <p:nvPr/>
            </p:nvSpPr>
            <p:spPr bwMode="auto">
              <a:xfrm rot="5400000" flipH="1">
                <a:off x="4692" y="1699"/>
                <a:ext cx="624" cy="362"/>
              </a:xfrm>
              <a:custGeom>
                <a:avLst/>
                <a:gdLst/>
                <a:ahLst/>
                <a:cxnLst/>
                <a:rect l="0" t="0" r="0" b="0"/>
                <a:pathLst/>
              </a:custGeom>
              <a:solidFill>
                <a:srgbClr val="3366CC"/>
              </a:solidFill>
              <a:ln w="9525">
                <a:noFill/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pt-BR"/>
              </a:p>
            </p:txBody>
          </p:sp>
          <p:sp>
            <p:nvSpPr>
              <p:cNvPr id="2065" name="Freeform 9"/>
              <p:cNvSpPr>
                <a:spLocks noChangeArrowheads="1"/>
              </p:cNvSpPr>
              <p:nvPr/>
            </p:nvSpPr>
            <p:spPr bwMode="auto">
              <a:xfrm rot="5400000" flipH="1">
                <a:off x="4970" y="1726"/>
                <a:ext cx="632" cy="315"/>
              </a:xfrm>
              <a:custGeom>
                <a:avLst/>
                <a:gdLst>
                  <a:gd name="T0" fmla="*/ 8 w 632"/>
                  <a:gd name="T1" fmla="*/ 8 h 362"/>
                  <a:gd name="T2" fmla="*/ 8 w 632"/>
                  <a:gd name="T3" fmla="*/ 51 h 362"/>
                  <a:gd name="T4" fmla="*/ 248 w 632"/>
                  <a:gd name="T5" fmla="*/ 51 h 362"/>
                  <a:gd name="T6" fmla="*/ 632 w 632"/>
                  <a:gd name="T7" fmla="*/ 51 h 362"/>
                  <a:gd name="T8" fmla="*/ 632 w 632"/>
                  <a:gd name="T9" fmla="*/ 8 h 362"/>
                  <a:gd name="T10" fmla="*/ 104 w 632"/>
                  <a:gd name="T11" fmla="*/ 8 h 362"/>
                  <a:gd name="T12" fmla="*/ 8 w 632"/>
                  <a:gd name="T13" fmla="*/ 8 h 362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0" t="0" r="r" b="b"/>
                <a:pathLst>
                  <a:path w="632" h="362">
                    <a:moveTo>
                      <a:pt x="8" y="45"/>
                    </a:moveTo>
                    <a:lnTo>
                      <a:pt x="8" y="317"/>
                    </a:lnTo>
                    <a:cubicBezTo>
                      <a:pt x="48" y="362"/>
                      <a:pt x="144" y="317"/>
                      <a:pt x="248" y="317"/>
                    </a:cubicBezTo>
                    <a:cubicBezTo>
                      <a:pt x="352" y="317"/>
                      <a:pt x="568" y="362"/>
                      <a:pt x="632" y="317"/>
                    </a:cubicBezTo>
                    <a:lnTo>
                      <a:pt x="632" y="45"/>
                    </a:lnTo>
                    <a:cubicBezTo>
                      <a:pt x="544" y="0"/>
                      <a:pt x="208" y="45"/>
                      <a:pt x="104" y="45"/>
                    </a:cubicBezTo>
                    <a:cubicBezTo>
                      <a:pt x="0" y="45"/>
                      <a:pt x="28" y="45"/>
                      <a:pt x="8" y="45"/>
                    </a:cubicBezTo>
                    <a:close/>
                  </a:path>
                </a:pathLst>
              </a:custGeom>
              <a:solidFill>
                <a:srgbClr val="003366"/>
              </a:solidFill>
              <a:ln w="9525">
                <a:noFill/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pt-BR"/>
              </a:p>
            </p:txBody>
          </p:sp>
          <p:sp>
            <p:nvSpPr>
              <p:cNvPr id="2066" name="Freeform 10"/>
              <p:cNvSpPr>
                <a:spLocks noChangeArrowheads="1"/>
              </p:cNvSpPr>
              <p:nvPr/>
            </p:nvSpPr>
            <p:spPr bwMode="auto">
              <a:xfrm rot="5400000" flipH="1">
                <a:off x="1924" y="1664"/>
                <a:ext cx="624" cy="421"/>
              </a:xfrm>
              <a:custGeom>
                <a:avLst/>
                <a:gdLst>
                  <a:gd name="T0" fmla="*/ 0 w 624"/>
                  <a:gd name="T1" fmla="*/ 0 h 317"/>
                  <a:gd name="T2" fmla="*/ 0 w 624"/>
                  <a:gd name="T3" fmla="*/ 10858 h 317"/>
                  <a:gd name="T4" fmla="*/ 624 w 624"/>
                  <a:gd name="T5" fmla="*/ 10858 h 317"/>
                  <a:gd name="T6" fmla="*/ 624 w 624"/>
                  <a:gd name="T7" fmla="*/ 0 h 317"/>
                  <a:gd name="T8" fmla="*/ 0 w 624"/>
                  <a:gd name="T9" fmla="*/ 0 h 317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624" h="317">
                    <a:moveTo>
                      <a:pt x="0" y="0"/>
                    </a:moveTo>
                    <a:cubicBezTo>
                      <a:pt x="0" y="0"/>
                      <a:pt x="0" y="272"/>
                      <a:pt x="0" y="272"/>
                    </a:cubicBezTo>
                    <a:cubicBezTo>
                      <a:pt x="432" y="224"/>
                      <a:pt x="520" y="317"/>
                      <a:pt x="624" y="272"/>
                    </a:cubicBezTo>
                    <a:lnTo>
                      <a:pt x="624" y="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5490A8"/>
              </a:solidFill>
              <a:ln w="9525">
                <a:noFill/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pt-BR"/>
              </a:p>
            </p:txBody>
          </p:sp>
          <p:sp>
            <p:nvSpPr>
              <p:cNvPr id="2067" name="Freeform 11"/>
              <p:cNvSpPr>
                <a:spLocks noChangeArrowheads="1"/>
              </p:cNvSpPr>
              <p:nvPr/>
            </p:nvSpPr>
            <p:spPr bwMode="auto">
              <a:xfrm rot="5400000" flipH="1">
                <a:off x="2264" y="1664"/>
                <a:ext cx="624" cy="422"/>
              </a:xfrm>
              <a:custGeom>
                <a:avLst/>
                <a:gdLst/>
                <a:ahLst/>
                <a:cxnLst/>
                <a:rect l="0" t="0" r="0" b="0"/>
                <a:pathLst/>
              </a:custGeom>
              <a:solidFill>
                <a:srgbClr val="000000"/>
              </a:solidFill>
              <a:ln w="9525">
                <a:noFill/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pt-BR"/>
              </a:p>
            </p:txBody>
          </p:sp>
          <p:sp>
            <p:nvSpPr>
              <p:cNvPr id="2068" name="Freeform 12"/>
              <p:cNvSpPr>
                <a:spLocks noChangeArrowheads="1"/>
              </p:cNvSpPr>
              <p:nvPr/>
            </p:nvSpPr>
            <p:spPr bwMode="auto">
              <a:xfrm rot="5400000" flipH="1">
                <a:off x="3304" y="1747"/>
                <a:ext cx="624" cy="255"/>
              </a:xfrm>
              <a:custGeom>
                <a:avLst/>
                <a:gdLst>
                  <a:gd name="T0" fmla="*/ 0 w 624"/>
                  <a:gd name="T1" fmla="*/ 1 h 370"/>
                  <a:gd name="T2" fmla="*/ 0 w 624"/>
                  <a:gd name="T3" fmla="*/ 3 h 370"/>
                  <a:gd name="T4" fmla="*/ 624 w 624"/>
                  <a:gd name="T5" fmla="*/ 3 h 370"/>
                  <a:gd name="T6" fmla="*/ 624 w 624"/>
                  <a:gd name="T7" fmla="*/ 1 h 370"/>
                  <a:gd name="T8" fmla="*/ 384 w 624"/>
                  <a:gd name="T9" fmla="*/ 1 h 370"/>
                  <a:gd name="T10" fmla="*/ 0 w 624"/>
                  <a:gd name="T11" fmla="*/ 1 h 370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0" t="0" r="r" b="b"/>
                <a:pathLst>
                  <a:path w="624" h="370">
                    <a:moveTo>
                      <a:pt x="0" y="53"/>
                    </a:moveTo>
                    <a:lnTo>
                      <a:pt x="0" y="325"/>
                    </a:lnTo>
                    <a:cubicBezTo>
                      <a:pt x="104" y="370"/>
                      <a:pt x="520" y="370"/>
                      <a:pt x="624" y="325"/>
                    </a:cubicBezTo>
                    <a:lnTo>
                      <a:pt x="624" y="53"/>
                    </a:lnTo>
                    <a:cubicBezTo>
                      <a:pt x="584" y="0"/>
                      <a:pt x="488" y="8"/>
                      <a:pt x="384" y="8"/>
                    </a:cubicBezTo>
                    <a:cubicBezTo>
                      <a:pt x="280" y="8"/>
                      <a:pt x="80" y="44"/>
                      <a:pt x="0" y="53"/>
                    </a:cubicBezTo>
                    <a:close/>
                  </a:path>
                </a:pathLst>
              </a:custGeom>
              <a:solidFill>
                <a:srgbClr val="003366"/>
              </a:solidFill>
              <a:ln w="9525">
                <a:noFill/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pt-BR"/>
              </a:p>
            </p:txBody>
          </p:sp>
          <p:sp>
            <p:nvSpPr>
              <p:cNvPr id="2069" name="Freeform 13"/>
              <p:cNvSpPr>
                <a:spLocks noChangeArrowheads="1"/>
              </p:cNvSpPr>
              <p:nvPr/>
            </p:nvSpPr>
            <p:spPr bwMode="auto">
              <a:xfrm rot="5400000" flipH="1">
                <a:off x="2583" y="1728"/>
                <a:ext cx="624" cy="294"/>
              </a:xfrm>
              <a:custGeom>
                <a:avLst/>
                <a:gdLst>
                  <a:gd name="T0" fmla="*/ 0 w 624"/>
                  <a:gd name="T1" fmla="*/ 0 h 317"/>
                  <a:gd name="T2" fmla="*/ 0 w 624"/>
                  <a:gd name="T3" fmla="*/ 101 h 317"/>
                  <a:gd name="T4" fmla="*/ 624 w 624"/>
                  <a:gd name="T5" fmla="*/ 101 h 317"/>
                  <a:gd name="T6" fmla="*/ 624 w 624"/>
                  <a:gd name="T7" fmla="*/ 0 h 317"/>
                  <a:gd name="T8" fmla="*/ 0 w 624"/>
                  <a:gd name="T9" fmla="*/ 0 h 317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624" h="317">
                    <a:moveTo>
                      <a:pt x="0" y="0"/>
                    </a:moveTo>
                    <a:lnTo>
                      <a:pt x="0" y="272"/>
                    </a:lnTo>
                    <a:cubicBezTo>
                      <a:pt x="104" y="317"/>
                      <a:pt x="520" y="317"/>
                      <a:pt x="624" y="272"/>
                    </a:cubicBezTo>
                    <a:lnTo>
                      <a:pt x="624" y="0"/>
                    </a:lnTo>
                    <a:cubicBezTo>
                      <a:pt x="240" y="42"/>
                      <a:pt x="130" y="0"/>
                      <a:pt x="0" y="0"/>
                    </a:cubicBezTo>
                    <a:close/>
                  </a:path>
                </a:pathLst>
              </a:custGeom>
              <a:solidFill>
                <a:srgbClr val="E1E1B7"/>
              </a:solidFill>
              <a:ln w="9525">
                <a:noFill/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pt-BR"/>
              </a:p>
            </p:txBody>
          </p:sp>
          <p:sp>
            <p:nvSpPr>
              <p:cNvPr id="2070" name="Freeform 14"/>
              <p:cNvSpPr>
                <a:spLocks noChangeArrowheads="1"/>
              </p:cNvSpPr>
              <p:nvPr/>
            </p:nvSpPr>
            <p:spPr bwMode="auto">
              <a:xfrm rot="5400000" flipH="1">
                <a:off x="2805" y="1694"/>
                <a:ext cx="624" cy="361"/>
              </a:xfrm>
              <a:custGeom>
                <a:avLst/>
                <a:gdLst/>
                <a:ahLst/>
                <a:cxnLst/>
                <a:rect l="0" t="0" r="0" b="0"/>
                <a:pathLst/>
              </a:custGeom>
              <a:solidFill>
                <a:srgbClr val="3366CC"/>
              </a:solidFill>
              <a:ln w="9525">
                <a:noFill/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pt-BR"/>
              </a:p>
            </p:txBody>
          </p:sp>
          <p:sp>
            <p:nvSpPr>
              <p:cNvPr id="2071" name="Freeform 15"/>
              <p:cNvSpPr>
                <a:spLocks noChangeArrowheads="1"/>
              </p:cNvSpPr>
              <p:nvPr/>
            </p:nvSpPr>
            <p:spPr bwMode="auto">
              <a:xfrm rot="5400000" flipH="1">
                <a:off x="3083" y="1721"/>
                <a:ext cx="632" cy="316"/>
              </a:xfrm>
              <a:custGeom>
                <a:avLst/>
                <a:gdLst>
                  <a:gd name="T0" fmla="*/ 8 w 632"/>
                  <a:gd name="T1" fmla="*/ 8 h 362"/>
                  <a:gd name="T2" fmla="*/ 8 w 632"/>
                  <a:gd name="T3" fmla="*/ 54 h 362"/>
                  <a:gd name="T4" fmla="*/ 248 w 632"/>
                  <a:gd name="T5" fmla="*/ 54 h 362"/>
                  <a:gd name="T6" fmla="*/ 632 w 632"/>
                  <a:gd name="T7" fmla="*/ 54 h 362"/>
                  <a:gd name="T8" fmla="*/ 632 w 632"/>
                  <a:gd name="T9" fmla="*/ 8 h 362"/>
                  <a:gd name="T10" fmla="*/ 104 w 632"/>
                  <a:gd name="T11" fmla="*/ 8 h 362"/>
                  <a:gd name="T12" fmla="*/ 8 w 632"/>
                  <a:gd name="T13" fmla="*/ 8 h 362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0" t="0" r="r" b="b"/>
                <a:pathLst>
                  <a:path w="632" h="362">
                    <a:moveTo>
                      <a:pt x="8" y="45"/>
                    </a:moveTo>
                    <a:lnTo>
                      <a:pt x="8" y="317"/>
                    </a:lnTo>
                    <a:cubicBezTo>
                      <a:pt x="48" y="362"/>
                      <a:pt x="144" y="317"/>
                      <a:pt x="248" y="317"/>
                    </a:cubicBezTo>
                    <a:cubicBezTo>
                      <a:pt x="352" y="317"/>
                      <a:pt x="568" y="362"/>
                      <a:pt x="632" y="317"/>
                    </a:cubicBezTo>
                    <a:lnTo>
                      <a:pt x="632" y="45"/>
                    </a:lnTo>
                    <a:cubicBezTo>
                      <a:pt x="544" y="0"/>
                      <a:pt x="208" y="45"/>
                      <a:pt x="104" y="45"/>
                    </a:cubicBezTo>
                    <a:cubicBezTo>
                      <a:pt x="0" y="45"/>
                      <a:pt x="28" y="45"/>
                      <a:pt x="8" y="45"/>
                    </a:cubicBezTo>
                    <a:close/>
                  </a:path>
                </a:pathLst>
              </a:custGeom>
              <a:solidFill>
                <a:srgbClr val="99CCFF"/>
              </a:solidFill>
              <a:ln w="9525">
                <a:noFill/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pt-BR"/>
              </a:p>
            </p:txBody>
          </p:sp>
          <p:sp>
            <p:nvSpPr>
              <p:cNvPr id="2072" name="Freeform 16"/>
              <p:cNvSpPr>
                <a:spLocks noChangeArrowheads="1"/>
              </p:cNvSpPr>
              <p:nvPr/>
            </p:nvSpPr>
            <p:spPr bwMode="auto">
              <a:xfrm rot="5400000" flipH="1">
                <a:off x="1058" y="1669"/>
                <a:ext cx="624" cy="421"/>
              </a:xfrm>
              <a:custGeom>
                <a:avLst/>
                <a:gdLst>
                  <a:gd name="T0" fmla="*/ 0 w 624"/>
                  <a:gd name="T1" fmla="*/ 0 h 317"/>
                  <a:gd name="T2" fmla="*/ 0 w 624"/>
                  <a:gd name="T3" fmla="*/ 10858 h 317"/>
                  <a:gd name="T4" fmla="*/ 624 w 624"/>
                  <a:gd name="T5" fmla="*/ 10858 h 317"/>
                  <a:gd name="T6" fmla="*/ 624 w 624"/>
                  <a:gd name="T7" fmla="*/ 0 h 317"/>
                  <a:gd name="T8" fmla="*/ 0 w 624"/>
                  <a:gd name="T9" fmla="*/ 0 h 317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624" h="317">
                    <a:moveTo>
                      <a:pt x="0" y="0"/>
                    </a:moveTo>
                    <a:cubicBezTo>
                      <a:pt x="0" y="0"/>
                      <a:pt x="0" y="272"/>
                      <a:pt x="0" y="272"/>
                    </a:cubicBezTo>
                    <a:cubicBezTo>
                      <a:pt x="432" y="224"/>
                      <a:pt x="520" y="317"/>
                      <a:pt x="624" y="272"/>
                    </a:cubicBezTo>
                    <a:lnTo>
                      <a:pt x="624" y="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99CCFF"/>
              </a:solidFill>
              <a:ln w="9525">
                <a:noFill/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pt-BR"/>
              </a:p>
            </p:txBody>
          </p:sp>
          <p:sp>
            <p:nvSpPr>
              <p:cNvPr id="2" name="Freeform 17"/>
              <p:cNvSpPr>
                <a:spLocks noChangeArrowheads="1"/>
              </p:cNvSpPr>
              <p:nvPr/>
            </p:nvSpPr>
            <p:spPr bwMode="auto">
              <a:xfrm rot="5400000" flipH="1">
                <a:off x="1398" y="1669"/>
                <a:ext cx="624" cy="422"/>
              </a:xfrm>
              <a:custGeom>
                <a:avLst/>
                <a:gdLst/>
                <a:ahLst/>
                <a:cxnLst/>
                <a:rect l="0" t="0" r="0" b="0"/>
                <a:pathLst/>
              </a:custGeom>
              <a:solidFill>
                <a:srgbClr val="003366"/>
              </a:solidFill>
              <a:ln w="9525">
                <a:noFill/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pt-BR"/>
              </a:p>
            </p:txBody>
          </p:sp>
          <p:sp>
            <p:nvSpPr>
              <p:cNvPr id="3" name="Freeform 18"/>
              <p:cNvSpPr>
                <a:spLocks noChangeArrowheads="1"/>
              </p:cNvSpPr>
              <p:nvPr/>
            </p:nvSpPr>
            <p:spPr bwMode="auto">
              <a:xfrm rot="5400000" flipH="1">
                <a:off x="551" y="1747"/>
                <a:ext cx="624" cy="255"/>
              </a:xfrm>
              <a:custGeom>
                <a:avLst/>
                <a:gdLst>
                  <a:gd name="T0" fmla="*/ 0 w 624"/>
                  <a:gd name="T1" fmla="*/ 1 h 370"/>
                  <a:gd name="T2" fmla="*/ 0 w 624"/>
                  <a:gd name="T3" fmla="*/ 3 h 370"/>
                  <a:gd name="T4" fmla="*/ 624 w 624"/>
                  <a:gd name="T5" fmla="*/ 3 h 370"/>
                  <a:gd name="T6" fmla="*/ 624 w 624"/>
                  <a:gd name="T7" fmla="*/ 1 h 370"/>
                  <a:gd name="T8" fmla="*/ 384 w 624"/>
                  <a:gd name="T9" fmla="*/ 1 h 370"/>
                  <a:gd name="T10" fmla="*/ 0 w 624"/>
                  <a:gd name="T11" fmla="*/ 1 h 370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0" t="0" r="r" b="b"/>
                <a:pathLst>
                  <a:path w="624" h="370">
                    <a:moveTo>
                      <a:pt x="0" y="53"/>
                    </a:moveTo>
                    <a:lnTo>
                      <a:pt x="0" y="325"/>
                    </a:lnTo>
                    <a:cubicBezTo>
                      <a:pt x="104" y="370"/>
                      <a:pt x="520" y="370"/>
                      <a:pt x="624" y="325"/>
                    </a:cubicBezTo>
                    <a:lnTo>
                      <a:pt x="624" y="53"/>
                    </a:lnTo>
                    <a:cubicBezTo>
                      <a:pt x="584" y="0"/>
                      <a:pt x="488" y="8"/>
                      <a:pt x="384" y="8"/>
                    </a:cubicBezTo>
                    <a:cubicBezTo>
                      <a:pt x="280" y="8"/>
                      <a:pt x="80" y="44"/>
                      <a:pt x="0" y="53"/>
                    </a:cubicBezTo>
                    <a:close/>
                  </a:path>
                </a:pathLst>
              </a:custGeom>
              <a:solidFill>
                <a:srgbClr val="E1E1B7"/>
              </a:solidFill>
              <a:ln w="9525">
                <a:noFill/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pt-BR"/>
              </a:p>
            </p:txBody>
          </p:sp>
          <p:sp>
            <p:nvSpPr>
              <p:cNvPr id="4" name="Freeform 19"/>
              <p:cNvSpPr>
                <a:spLocks noChangeArrowheads="1"/>
              </p:cNvSpPr>
              <p:nvPr/>
            </p:nvSpPr>
            <p:spPr bwMode="auto">
              <a:xfrm flipH="1">
                <a:off x="-2" y="1562"/>
                <a:ext cx="291" cy="625"/>
              </a:xfrm>
              <a:custGeom>
                <a:avLst/>
                <a:gdLst>
                  <a:gd name="T0" fmla="*/ 0 w 291"/>
                  <a:gd name="T1" fmla="*/ 624 h 625"/>
                  <a:gd name="T2" fmla="*/ 291 w 291"/>
                  <a:gd name="T3" fmla="*/ 625 h 625"/>
                  <a:gd name="T4" fmla="*/ 291 w 291"/>
                  <a:gd name="T5" fmla="*/ 6 h 625"/>
                  <a:gd name="T6" fmla="*/ 0 w 291"/>
                  <a:gd name="T7" fmla="*/ 0 h 625"/>
                  <a:gd name="T8" fmla="*/ 0 w 291"/>
                  <a:gd name="T9" fmla="*/ 624 h 625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291" h="625">
                    <a:moveTo>
                      <a:pt x="0" y="624"/>
                    </a:moveTo>
                    <a:lnTo>
                      <a:pt x="291" y="625"/>
                    </a:lnTo>
                    <a:lnTo>
                      <a:pt x="291" y="6"/>
                    </a:lnTo>
                    <a:lnTo>
                      <a:pt x="0" y="0"/>
                    </a:lnTo>
                    <a:cubicBezTo>
                      <a:pt x="39" y="384"/>
                      <a:pt x="0" y="494"/>
                      <a:pt x="0" y="624"/>
                    </a:cubicBezTo>
                    <a:close/>
                  </a:path>
                </a:pathLst>
              </a:custGeom>
              <a:solidFill>
                <a:srgbClr val="000000"/>
              </a:solidFill>
              <a:ln w="9525">
                <a:noFill/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pt-BR"/>
              </a:p>
            </p:txBody>
          </p:sp>
          <p:sp>
            <p:nvSpPr>
              <p:cNvPr id="2076" name="Freeform 20"/>
              <p:cNvSpPr>
                <a:spLocks noChangeArrowheads="1"/>
              </p:cNvSpPr>
              <p:nvPr/>
            </p:nvSpPr>
            <p:spPr bwMode="auto">
              <a:xfrm rot="5400000" flipH="1">
                <a:off x="51" y="1694"/>
                <a:ext cx="624" cy="361"/>
              </a:xfrm>
              <a:custGeom>
                <a:avLst/>
                <a:gdLst/>
                <a:ahLst/>
                <a:cxnLst/>
                <a:rect l="0" t="0" r="0" b="0"/>
                <a:pathLst/>
              </a:custGeom>
              <a:solidFill>
                <a:srgbClr val="3366CC"/>
              </a:solidFill>
              <a:ln w="9525">
                <a:noFill/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pt-BR"/>
              </a:p>
            </p:txBody>
          </p:sp>
          <p:sp>
            <p:nvSpPr>
              <p:cNvPr id="2077" name="Freeform 21"/>
              <p:cNvSpPr>
                <a:spLocks noChangeArrowheads="1"/>
              </p:cNvSpPr>
              <p:nvPr/>
            </p:nvSpPr>
            <p:spPr bwMode="auto">
              <a:xfrm rot="5400000" flipH="1">
                <a:off x="329" y="1721"/>
                <a:ext cx="632" cy="316"/>
              </a:xfrm>
              <a:custGeom>
                <a:avLst/>
                <a:gdLst>
                  <a:gd name="T0" fmla="*/ 8 w 632"/>
                  <a:gd name="T1" fmla="*/ 8 h 362"/>
                  <a:gd name="T2" fmla="*/ 8 w 632"/>
                  <a:gd name="T3" fmla="*/ 54 h 362"/>
                  <a:gd name="T4" fmla="*/ 248 w 632"/>
                  <a:gd name="T5" fmla="*/ 54 h 362"/>
                  <a:gd name="T6" fmla="*/ 632 w 632"/>
                  <a:gd name="T7" fmla="*/ 54 h 362"/>
                  <a:gd name="T8" fmla="*/ 632 w 632"/>
                  <a:gd name="T9" fmla="*/ 8 h 362"/>
                  <a:gd name="T10" fmla="*/ 104 w 632"/>
                  <a:gd name="T11" fmla="*/ 8 h 362"/>
                  <a:gd name="T12" fmla="*/ 8 w 632"/>
                  <a:gd name="T13" fmla="*/ 8 h 362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0" t="0" r="r" b="b"/>
                <a:pathLst>
                  <a:path w="632" h="362">
                    <a:moveTo>
                      <a:pt x="8" y="45"/>
                    </a:moveTo>
                    <a:lnTo>
                      <a:pt x="8" y="317"/>
                    </a:lnTo>
                    <a:cubicBezTo>
                      <a:pt x="48" y="362"/>
                      <a:pt x="144" y="317"/>
                      <a:pt x="248" y="317"/>
                    </a:cubicBezTo>
                    <a:cubicBezTo>
                      <a:pt x="352" y="317"/>
                      <a:pt x="568" y="362"/>
                      <a:pt x="632" y="317"/>
                    </a:cubicBezTo>
                    <a:lnTo>
                      <a:pt x="632" y="45"/>
                    </a:lnTo>
                    <a:cubicBezTo>
                      <a:pt x="544" y="0"/>
                      <a:pt x="208" y="45"/>
                      <a:pt x="104" y="45"/>
                    </a:cubicBezTo>
                    <a:cubicBezTo>
                      <a:pt x="0" y="45"/>
                      <a:pt x="28" y="45"/>
                      <a:pt x="8" y="45"/>
                    </a:cubicBezTo>
                    <a:close/>
                  </a:path>
                </a:pathLst>
              </a:custGeom>
              <a:solidFill>
                <a:srgbClr val="003366"/>
              </a:solidFill>
              <a:ln w="9525">
                <a:noFill/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pt-BR"/>
              </a:p>
            </p:txBody>
          </p:sp>
        </p:grpSp>
        <p:sp>
          <p:nvSpPr>
            <p:cNvPr id="2057" name="Freeform 22"/>
            <p:cNvSpPr>
              <a:spLocks noChangeArrowheads="1"/>
            </p:cNvSpPr>
            <p:nvPr/>
          </p:nvSpPr>
          <p:spPr bwMode="auto">
            <a:xfrm flipH="1">
              <a:off x="-2" y="1536"/>
              <a:ext cx="5762" cy="412"/>
            </a:xfrm>
            <a:custGeom>
              <a:avLst/>
              <a:gdLst/>
              <a:ahLst/>
              <a:cxnLst/>
              <a:rect l="0" t="0" r="0" b="0"/>
              <a:pathLst/>
            </a:custGeom>
            <a:gradFill rotWithShape="0">
              <a:gsLst>
                <a:gs pos="0">
                  <a:srgbClr val="FFFFFF"/>
                </a:gs>
                <a:gs pos="100000">
                  <a:srgbClr val="767676"/>
                </a:gs>
              </a:gsLst>
              <a:lin ang="5400000" scaled="1"/>
            </a:gradFill>
            <a:ln w="9525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pt-BR"/>
            </a:p>
          </p:txBody>
        </p:sp>
        <p:sp>
          <p:nvSpPr>
            <p:cNvPr id="2058" name="Freeform 23"/>
            <p:cNvSpPr>
              <a:spLocks noChangeArrowheads="1"/>
            </p:cNvSpPr>
            <p:nvPr/>
          </p:nvSpPr>
          <p:spPr bwMode="auto">
            <a:xfrm flipH="1">
              <a:off x="-2" y="2017"/>
              <a:ext cx="5761" cy="189"/>
            </a:xfrm>
            <a:custGeom>
              <a:avLst/>
              <a:gdLst/>
              <a:ahLst/>
              <a:cxnLst/>
              <a:rect l="0" t="0" r="0" b="0"/>
              <a:pathLst/>
            </a:custGeom>
            <a:gradFill rotWithShape="0">
              <a:gsLst>
                <a:gs pos="0">
                  <a:srgbClr val="767676"/>
                </a:gs>
                <a:gs pos="100000">
                  <a:srgbClr val="FFFFFF"/>
                </a:gs>
              </a:gsLst>
              <a:lin ang="5400000" scaled="1"/>
            </a:gradFill>
            <a:ln w="9525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pt-BR"/>
            </a:p>
          </p:txBody>
        </p:sp>
      </p:grpSp>
      <p:sp>
        <p:nvSpPr>
          <p:cNvPr id="2051" name="Rectangle 24"/>
          <p:cNvSpPr>
            <a:spLocks noGrp="1" noChangeArrowheads="1"/>
          </p:cNvSpPr>
          <p:nvPr>
            <p:ph type="title"/>
          </p:nvPr>
        </p:nvSpPr>
        <p:spPr bwMode="auto">
          <a:xfrm>
            <a:off x="1173163" y="1195388"/>
            <a:ext cx="7770812" cy="1433512"/>
          </a:xfrm>
          <a:prstGeom prst="rect">
            <a:avLst/>
          </a:prstGeom>
          <a:noFill/>
          <a:ln w="9525">
            <a:noFill/>
            <a:round/>
            <a:headEnd/>
            <a:tailEnd/>
          </a:ln>
          <a:effectLst/>
        </p:spPr>
        <p:txBody>
          <a:bodyPr vert="horz" wrap="square" lIns="90000" tIns="46800" rIns="90000" bIns="4680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GB" altLang="pt-BR"/>
              <a:t>Clique para editar o formato do título de texto</a:t>
            </a:r>
          </a:p>
        </p:txBody>
      </p:sp>
      <p:sp>
        <p:nvSpPr>
          <p:cNvPr id="2073" name="Rectangle 25"/>
          <p:cNvSpPr>
            <a:spLocks noGrp="1" noChangeArrowheads="1"/>
          </p:cNvSpPr>
          <p:nvPr>
            <p:ph type="dt"/>
          </p:nvPr>
        </p:nvSpPr>
        <p:spPr bwMode="auto">
          <a:xfrm>
            <a:off x="1166813" y="6248400"/>
            <a:ext cx="1903412" cy="455613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0000" tIns="46800" rIns="90000" bIns="46800" numCol="1" anchor="t" anchorCtr="0" compatLnSpc="1">
            <a:prstTxWarp prst="textNoShape">
              <a:avLst/>
            </a:prstTxWarp>
          </a:bodyPr>
          <a:lstStyle>
            <a:lvl1pPr eaLnBrk="1">
              <a:lnSpc>
                <a:spcPct val="100000"/>
              </a:lnSpc>
              <a:spcBef>
                <a:spcPts val="875"/>
              </a:spcBef>
              <a:buClr>
                <a:srgbClr val="000000"/>
              </a:buClr>
              <a:buSzPct val="100000"/>
              <a:buFont typeface="Arial" panose="020B0604020202020204" pitchFamily="34" charset="0"/>
              <a:buNone/>
              <a:tabLst>
                <a:tab pos="723900" algn="l"/>
                <a:tab pos="1447800" algn="l"/>
              </a:tabLst>
              <a:defRPr sz="1400">
                <a:solidFill>
                  <a:srgbClr val="000000"/>
                </a:solidFill>
                <a:latin typeface="+mn-lt"/>
                <a:cs typeface="+mn-cs"/>
              </a:defRPr>
            </a:lvl1pPr>
          </a:lstStyle>
          <a:p>
            <a:pPr>
              <a:defRPr/>
            </a:pPr>
            <a:endParaRPr lang="en-GB" altLang="pt-BR"/>
          </a:p>
        </p:txBody>
      </p:sp>
      <p:sp>
        <p:nvSpPr>
          <p:cNvPr id="2074" name="Rectangle 26"/>
          <p:cNvSpPr>
            <a:spLocks noGrp="1" noChangeArrowheads="1"/>
          </p:cNvSpPr>
          <p:nvPr>
            <p:ph type="ftr"/>
          </p:nvPr>
        </p:nvSpPr>
        <p:spPr bwMode="auto">
          <a:xfrm>
            <a:off x="3581400" y="6248400"/>
            <a:ext cx="2894013" cy="455613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0000" tIns="46800" rIns="90000" bIns="46800" numCol="1" anchor="t" anchorCtr="0" compatLnSpc="1">
            <a:prstTxWarp prst="textNoShape">
              <a:avLst/>
            </a:prstTxWarp>
          </a:bodyPr>
          <a:lstStyle>
            <a:lvl1pPr algn="ctr" eaLnBrk="1">
              <a:lnSpc>
                <a:spcPct val="100000"/>
              </a:lnSpc>
              <a:spcBef>
                <a:spcPts val="875"/>
              </a:spcBef>
              <a:buClr>
                <a:srgbClr val="000000"/>
              </a:buClr>
              <a:buSzPct val="100000"/>
              <a:buFont typeface="Arial" panose="020B0604020202020204" pitchFamily="34" charset="0"/>
              <a:buNone/>
              <a:tabLst>
                <a:tab pos="723900" algn="l"/>
                <a:tab pos="1447800" algn="l"/>
                <a:tab pos="2171700" algn="l"/>
                <a:tab pos="2895600" algn="l"/>
              </a:tabLst>
              <a:defRPr sz="1400">
                <a:solidFill>
                  <a:srgbClr val="000000"/>
                </a:solidFill>
                <a:latin typeface="+mn-lt"/>
                <a:cs typeface="+mn-cs"/>
              </a:defRPr>
            </a:lvl1pPr>
          </a:lstStyle>
          <a:p>
            <a:pPr>
              <a:defRPr/>
            </a:pPr>
            <a:endParaRPr lang="en-GB" altLang="pt-BR"/>
          </a:p>
        </p:txBody>
      </p:sp>
      <p:sp>
        <p:nvSpPr>
          <p:cNvPr id="2075" name="Rectangle 27"/>
          <p:cNvSpPr>
            <a:spLocks noGrp="1" noChangeArrowheads="1"/>
          </p:cNvSpPr>
          <p:nvPr>
            <p:ph type="sldNum"/>
          </p:nvPr>
        </p:nvSpPr>
        <p:spPr bwMode="auto">
          <a:xfrm>
            <a:off x="7010400" y="6248400"/>
            <a:ext cx="1903413" cy="455613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0000" tIns="46800" rIns="90000" bIns="46800" numCol="1" anchor="t" anchorCtr="0" compatLnSpc="1">
            <a:prstTxWarp prst="textNoShape">
              <a:avLst/>
            </a:prstTxWarp>
          </a:bodyPr>
          <a:lstStyle>
            <a:lvl1pPr algn="r" eaLnBrk="1">
              <a:spcBef>
                <a:spcPts val="875"/>
              </a:spcBef>
              <a:buClr>
                <a:srgbClr val="000000"/>
              </a:buClr>
              <a:buSzPct val="100000"/>
              <a:buFont typeface="Arial" charset="0"/>
              <a:buNone/>
              <a:tabLst>
                <a:tab pos="723900" algn="l"/>
                <a:tab pos="1447800" algn="l"/>
              </a:tabLst>
              <a:defRPr sz="1400">
                <a:solidFill>
                  <a:srgbClr val="000000"/>
                </a:solidFill>
                <a:latin typeface="Arial" charset="0"/>
              </a:defRPr>
            </a:lvl1pPr>
          </a:lstStyle>
          <a:p>
            <a:fld id="{7B55DE21-1888-4434-A41F-9379D9F85042}" type="slidenum">
              <a:rPr lang="en-GB" altLang="pt-BR"/>
              <a:pPr/>
              <a:t>‹nº›</a:t>
            </a:fld>
            <a:endParaRPr lang="en-GB" altLang="pt-BR"/>
          </a:p>
        </p:txBody>
      </p:sp>
      <p:sp>
        <p:nvSpPr>
          <p:cNvPr id="2055" name="Rectangle 28"/>
          <p:cNvSpPr>
            <a:spLocks noGrp="1" noChangeArrowheads="1"/>
          </p:cNvSpPr>
          <p:nvPr>
            <p:ph type="body" idx="1"/>
          </p:nvPr>
        </p:nvSpPr>
        <p:spPr bwMode="auto">
          <a:xfrm>
            <a:off x="457200" y="1604963"/>
            <a:ext cx="8228013" cy="4524375"/>
          </a:xfrm>
          <a:prstGeom prst="rect">
            <a:avLst/>
          </a:prstGeom>
          <a:noFill/>
          <a:ln w="9525">
            <a:noFill/>
            <a:round/>
            <a:headEnd/>
            <a:tailEnd/>
          </a:ln>
          <a:effectLst/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GB" altLang="pt-BR"/>
              <a:t>Clique para editar o formato do texto em estrutura de tópicos</a:t>
            </a:r>
          </a:p>
          <a:p>
            <a:pPr lvl="1"/>
            <a:r>
              <a:rPr lang="en-GB" altLang="pt-BR"/>
              <a:t>Segundo Nível da Estrutura de Tópicos</a:t>
            </a:r>
          </a:p>
          <a:p>
            <a:pPr lvl="2"/>
            <a:r>
              <a:rPr lang="en-GB" altLang="pt-BR"/>
              <a:t>Terceiro Nível da Estrutura de Tópicos</a:t>
            </a:r>
          </a:p>
          <a:p>
            <a:pPr lvl="3"/>
            <a:r>
              <a:rPr lang="en-GB" altLang="pt-BR"/>
              <a:t>Quarto Nível da Estrutura de Tópicos</a:t>
            </a:r>
          </a:p>
          <a:p>
            <a:pPr lvl="4"/>
            <a:r>
              <a:rPr lang="en-GB" altLang="pt-BR"/>
              <a:t>Quinto Nível da Estrutura de Tópicos</a:t>
            </a:r>
          </a:p>
          <a:p>
            <a:pPr lvl="4"/>
            <a:r>
              <a:rPr lang="en-GB" altLang="pt-BR"/>
              <a:t>Sexto Nível da Estrutura de Tópicos</a:t>
            </a:r>
          </a:p>
          <a:p>
            <a:pPr lvl="4"/>
            <a:r>
              <a:rPr lang="en-GB" altLang="pt-BR"/>
              <a:t>Sétimo Nível da Estrutura de Tópicos</a:t>
            </a:r>
          </a:p>
          <a:p>
            <a:pPr lvl="4"/>
            <a:r>
              <a:rPr lang="en-GB" altLang="pt-BR"/>
              <a:t>Oitavo Nível da Estrutura de Tópicos</a:t>
            </a:r>
          </a:p>
          <a:p>
            <a:pPr lvl="4"/>
            <a:r>
              <a:rPr lang="en-GB" altLang="pt-BR"/>
              <a:t>Nono Nível da Estrutura de Tópicos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</p:sldLayoutIdLst>
  <p:txStyles>
    <p:titleStyle>
      <a:lvl1pPr algn="l" defTabSz="449263" rtl="0" eaLnBrk="0" fontAlgn="base" hangingPunct="0">
        <a:lnSpc>
          <a:spcPct val="95000"/>
        </a:lnSpc>
        <a:spcBef>
          <a:spcPct val="0"/>
        </a:spcBef>
        <a:spcAft>
          <a:spcPct val="0"/>
        </a:spcAft>
        <a:buClr>
          <a:srgbClr val="003366"/>
        </a:buClr>
        <a:buSzPct val="100000"/>
        <a:buFont typeface="Times New Roman" pitchFamily="18" charset="0"/>
        <a:defRPr sz="4400" kern="1200">
          <a:solidFill>
            <a:srgbClr val="003366"/>
          </a:solidFill>
          <a:latin typeface="+mj-lt"/>
          <a:ea typeface="+mj-ea"/>
          <a:cs typeface="+mj-cs"/>
        </a:defRPr>
      </a:lvl1pPr>
      <a:lvl2pPr algn="l" defTabSz="449263" rtl="0" eaLnBrk="0" fontAlgn="base" hangingPunct="0">
        <a:lnSpc>
          <a:spcPct val="95000"/>
        </a:lnSpc>
        <a:spcBef>
          <a:spcPct val="0"/>
        </a:spcBef>
        <a:spcAft>
          <a:spcPct val="0"/>
        </a:spcAft>
        <a:buClr>
          <a:srgbClr val="003366"/>
        </a:buClr>
        <a:buSzPct val="100000"/>
        <a:buFont typeface="Times New Roman" pitchFamily="18" charset="0"/>
        <a:defRPr sz="4400">
          <a:solidFill>
            <a:srgbClr val="003366"/>
          </a:solidFill>
          <a:latin typeface="Times New Roman" panose="02020603050405020304" pitchFamily="18" charset="0"/>
          <a:ea typeface="Arial Unicode MS" panose="020B0604020202020204" pitchFamily="34" charset="-128"/>
          <a:cs typeface="Arial Unicode MS" panose="020B0604020202020204" pitchFamily="34" charset="-128"/>
        </a:defRPr>
      </a:lvl2pPr>
      <a:lvl3pPr algn="l" defTabSz="449263" rtl="0" eaLnBrk="0" fontAlgn="base" hangingPunct="0">
        <a:lnSpc>
          <a:spcPct val="95000"/>
        </a:lnSpc>
        <a:spcBef>
          <a:spcPct val="0"/>
        </a:spcBef>
        <a:spcAft>
          <a:spcPct val="0"/>
        </a:spcAft>
        <a:buClr>
          <a:srgbClr val="003366"/>
        </a:buClr>
        <a:buSzPct val="100000"/>
        <a:buFont typeface="Times New Roman" pitchFamily="18" charset="0"/>
        <a:defRPr sz="4400">
          <a:solidFill>
            <a:srgbClr val="003366"/>
          </a:solidFill>
          <a:latin typeface="Times New Roman" panose="02020603050405020304" pitchFamily="18" charset="0"/>
          <a:ea typeface="Arial Unicode MS" panose="020B0604020202020204" pitchFamily="34" charset="-128"/>
          <a:cs typeface="Arial Unicode MS" panose="020B0604020202020204" pitchFamily="34" charset="-128"/>
        </a:defRPr>
      </a:lvl3pPr>
      <a:lvl4pPr algn="l" defTabSz="449263" rtl="0" eaLnBrk="0" fontAlgn="base" hangingPunct="0">
        <a:lnSpc>
          <a:spcPct val="95000"/>
        </a:lnSpc>
        <a:spcBef>
          <a:spcPct val="0"/>
        </a:spcBef>
        <a:spcAft>
          <a:spcPct val="0"/>
        </a:spcAft>
        <a:buClr>
          <a:srgbClr val="003366"/>
        </a:buClr>
        <a:buSzPct val="100000"/>
        <a:buFont typeface="Times New Roman" pitchFamily="18" charset="0"/>
        <a:defRPr sz="4400">
          <a:solidFill>
            <a:srgbClr val="003366"/>
          </a:solidFill>
          <a:latin typeface="Times New Roman" panose="02020603050405020304" pitchFamily="18" charset="0"/>
          <a:ea typeface="Arial Unicode MS" panose="020B0604020202020204" pitchFamily="34" charset="-128"/>
          <a:cs typeface="Arial Unicode MS" panose="020B0604020202020204" pitchFamily="34" charset="-128"/>
        </a:defRPr>
      </a:lvl4pPr>
      <a:lvl5pPr algn="l" defTabSz="449263" rtl="0" eaLnBrk="0" fontAlgn="base" hangingPunct="0">
        <a:lnSpc>
          <a:spcPct val="95000"/>
        </a:lnSpc>
        <a:spcBef>
          <a:spcPct val="0"/>
        </a:spcBef>
        <a:spcAft>
          <a:spcPct val="0"/>
        </a:spcAft>
        <a:buClr>
          <a:srgbClr val="003366"/>
        </a:buClr>
        <a:buSzPct val="100000"/>
        <a:buFont typeface="Times New Roman" pitchFamily="18" charset="0"/>
        <a:defRPr sz="4400">
          <a:solidFill>
            <a:srgbClr val="003366"/>
          </a:solidFill>
          <a:latin typeface="Times New Roman" panose="02020603050405020304" pitchFamily="18" charset="0"/>
          <a:ea typeface="Arial Unicode MS" panose="020B0604020202020204" pitchFamily="34" charset="-128"/>
          <a:cs typeface="Arial Unicode MS" panose="020B0604020202020204" pitchFamily="34" charset="-128"/>
        </a:defRPr>
      </a:lvl5pPr>
      <a:lvl6pPr marL="457200" algn="l" defTabSz="449263" rtl="0" eaLnBrk="0" fontAlgn="base" hangingPunct="0">
        <a:lnSpc>
          <a:spcPct val="95000"/>
        </a:lnSpc>
        <a:spcBef>
          <a:spcPct val="0"/>
        </a:spcBef>
        <a:spcAft>
          <a:spcPct val="0"/>
        </a:spcAft>
        <a:buClr>
          <a:srgbClr val="003366"/>
        </a:buClr>
        <a:buSzPct val="100000"/>
        <a:buFont typeface="Times New Roman" panose="02020603050405020304" pitchFamily="18" charset="0"/>
        <a:defRPr sz="4400">
          <a:solidFill>
            <a:srgbClr val="003366"/>
          </a:solidFill>
          <a:latin typeface="Times New Roman" panose="02020603050405020304" pitchFamily="18" charset="0"/>
          <a:ea typeface="Arial Unicode MS" panose="020B0604020202020204" pitchFamily="34" charset="-128"/>
          <a:cs typeface="Arial Unicode MS" panose="020B0604020202020204" pitchFamily="34" charset="-128"/>
        </a:defRPr>
      </a:lvl6pPr>
      <a:lvl7pPr marL="914400" algn="l" defTabSz="449263" rtl="0" eaLnBrk="0" fontAlgn="base" hangingPunct="0">
        <a:lnSpc>
          <a:spcPct val="95000"/>
        </a:lnSpc>
        <a:spcBef>
          <a:spcPct val="0"/>
        </a:spcBef>
        <a:spcAft>
          <a:spcPct val="0"/>
        </a:spcAft>
        <a:buClr>
          <a:srgbClr val="003366"/>
        </a:buClr>
        <a:buSzPct val="100000"/>
        <a:buFont typeface="Times New Roman" panose="02020603050405020304" pitchFamily="18" charset="0"/>
        <a:defRPr sz="4400">
          <a:solidFill>
            <a:srgbClr val="003366"/>
          </a:solidFill>
          <a:latin typeface="Times New Roman" panose="02020603050405020304" pitchFamily="18" charset="0"/>
          <a:ea typeface="Arial Unicode MS" panose="020B0604020202020204" pitchFamily="34" charset="-128"/>
          <a:cs typeface="Arial Unicode MS" panose="020B0604020202020204" pitchFamily="34" charset="-128"/>
        </a:defRPr>
      </a:lvl7pPr>
      <a:lvl8pPr marL="1371600" algn="l" defTabSz="449263" rtl="0" eaLnBrk="0" fontAlgn="base" hangingPunct="0">
        <a:lnSpc>
          <a:spcPct val="95000"/>
        </a:lnSpc>
        <a:spcBef>
          <a:spcPct val="0"/>
        </a:spcBef>
        <a:spcAft>
          <a:spcPct val="0"/>
        </a:spcAft>
        <a:buClr>
          <a:srgbClr val="003366"/>
        </a:buClr>
        <a:buSzPct val="100000"/>
        <a:buFont typeface="Times New Roman" panose="02020603050405020304" pitchFamily="18" charset="0"/>
        <a:defRPr sz="4400">
          <a:solidFill>
            <a:srgbClr val="003366"/>
          </a:solidFill>
          <a:latin typeface="Times New Roman" panose="02020603050405020304" pitchFamily="18" charset="0"/>
          <a:ea typeface="Arial Unicode MS" panose="020B0604020202020204" pitchFamily="34" charset="-128"/>
          <a:cs typeface="Arial Unicode MS" panose="020B0604020202020204" pitchFamily="34" charset="-128"/>
        </a:defRPr>
      </a:lvl8pPr>
      <a:lvl9pPr marL="1828800" algn="l" defTabSz="449263" rtl="0" eaLnBrk="0" fontAlgn="base" hangingPunct="0">
        <a:lnSpc>
          <a:spcPct val="95000"/>
        </a:lnSpc>
        <a:spcBef>
          <a:spcPct val="0"/>
        </a:spcBef>
        <a:spcAft>
          <a:spcPct val="0"/>
        </a:spcAft>
        <a:buClr>
          <a:srgbClr val="003366"/>
        </a:buClr>
        <a:buSzPct val="100000"/>
        <a:buFont typeface="Times New Roman" panose="02020603050405020304" pitchFamily="18" charset="0"/>
        <a:defRPr sz="4400">
          <a:solidFill>
            <a:srgbClr val="003366"/>
          </a:solidFill>
          <a:latin typeface="Times New Roman" panose="02020603050405020304" pitchFamily="18" charset="0"/>
          <a:ea typeface="Arial Unicode MS" panose="020B0604020202020204" pitchFamily="34" charset="-128"/>
          <a:cs typeface="Arial Unicode MS" panose="020B0604020202020204" pitchFamily="34" charset="-128"/>
        </a:defRPr>
      </a:lvl9pPr>
    </p:titleStyle>
    <p:bodyStyle>
      <a:lvl1pPr marL="341313" indent="-341313" algn="l" defTabSz="449263" rtl="0" eaLnBrk="0" fontAlgn="base" hangingPunct="0">
        <a:lnSpc>
          <a:spcPct val="93000"/>
        </a:lnSpc>
        <a:spcBef>
          <a:spcPts val="800"/>
        </a:spcBef>
        <a:spcAft>
          <a:spcPct val="0"/>
        </a:spcAft>
        <a:buClr>
          <a:srgbClr val="0099CC"/>
        </a:buClr>
        <a:buSzPct val="70000"/>
        <a:buFont typeface="Monotype Sorts" charset="2"/>
        <a:buChar char=""/>
        <a:defRPr sz="3200" kern="1200">
          <a:solidFill>
            <a:srgbClr val="000000"/>
          </a:solidFill>
          <a:latin typeface="+mn-lt"/>
          <a:ea typeface="+mn-ea"/>
          <a:cs typeface="+mn-cs"/>
        </a:defRPr>
      </a:lvl1pPr>
      <a:lvl2pPr marL="741363" indent="-284163" algn="l" defTabSz="449263" rtl="0" eaLnBrk="0" fontAlgn="base" hangingPunct="0">
        <a:lnSpc>
          <a:spcPct val="93000"/>
        </a:lnSpc>
        <a:spcBef>
          <a:spcPts val="700"/>
        </a:spcBef>
        <a:spcAft>
          <a:spcPct val="0"/>
        </a:spcAft>
        <a:buClr>
          <a:srgbClr val="000000"/>
        </a:buClr>
        <a:buSzPct val="100000"/>
        <a:buFont typeface="Arial" charset="0"/>
        <a:buChar char="–"/>
        <a:defRPr sz="2800" kern="1200">
          <a:solidFill>
            <a:srgbClr val="000000"/>
          </a:solidFill>
          <a:latin typeface="+mn-lt"/>
          <a:ea typeface="+mn-ea"/>
          <a:cs typeface="+mn-cs"/>
        </a:defRPr>
      </a:lvl2pPr>
      <a:lvl3pPr marL="1143000" indent="-228600" algn="l" defTabSz="449263" rtl="0" eaLnBrk="0" fontAlgn="base" hangingPunct="0">
        <a:lnSpc>
          <a:spcPct val="93000"/>
        </a:lnSpc>
        <a:spcBef>
          <a:spcPts val="600"/>
        </a:spcBef>
        <a:spcAft>
          <a:spcPct val="0"/>
        </a:spcAft>
        <a:buClr>
          <a:srgbClr val="000000"/>
        </a:buClr>
        <a:buSzPct val="100000"/>
        <a:buFont typeface="Arial" charset="0"/>
        <a:buChar char="•"/>
        <a:defRPr sz="2400" kern="1200">
          <a:solidFill>
            <a:srgbClr val="000000"/>
          </a:solidFill>
          <a:latin typeface="+mn-lt"/>
          <a:ea typeface="+mn-ea"/>
          <a:cs typeface="+mn-cs"/>
        </a:defRPr>
      </a:lvl3pPr>
      <a:lvl4pPr marL="1600200" indent="-228600" algn="l" defTabSz="449263" rtl="0" eaLnBrk="0" fontAlgn="base" hangingPunct="0">
        <a:lnSpc>
          <a:spcPct val="93000"/>
        </a:lnSpc>
        <a:spcBef>
          <a:spcPts val="500"/>
        </a:spcBef>
        <a:spcAft>
          <a:spcPct val="0"/>
        </a:spcAft>
        <a:buClr>
          <a:srgbClr val="000000"/>
        </a:buClr>
        <a:buSzPct val="100000"/>
        <a:buFont typeface="Arial" charset="0"/>
        <a:buChar char="–"/>
        <a:defRPr sz="2000" kern="1200">
          <a:solidFill>
            <a:srgbClr val="000000"/>
          </a:solidFill>
          <a:latin typeface="+mn-lt"/>
          <a:ea typeface="+mn-ea"/>
          <a:cs typeface="+mn-cs"/>
        </a:defRPr>
      </a:lvl4pPr>
      <a:lvl5pPr marL="2057400" indent="-228600" algn="l" defTabSz="449263" rtl="0" eaLnBrk="0" fontAlgn="base" hangingPunct="0">
        <a:lnSpc>
          <a:spcPct val="93000"/>
        </a:lnSpc>
        <a:spcBef>
          <a:spcPts val="500"/>
        </a:spcBef>
        <a:spcAft>
          <a:spcPct val="0"/>
        </a:spcAft>
        <a:buClr>
          <a:srgbClr val="000000"/>
        </a:buClr>
        <a:buSzPct val="100000"/>
        <a:buFont typeface="Arial" charset="0"/>
        <a:buChar char="»"/>
        <a:defRPr sz="2000" kern="1200">
          <a:solidFill>
            <a:srgbClr val="000000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3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slide" Target="slide15.xml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Relationship Id="rId6" Type="http://schemas.openxmlformats.org/officeDocument/2006/relationships/slide" Target="slide18.xml"/><Relationship Id="rId5" Type="http://schemas.openxmlformats.org/officeDocument/2006/relationships/slide" Target="slide17.xml"/><Relationship Id="rId4" Type="http://schemas.openxmlformats.org/officeDocument/2006/relationships/slide" Target="slide16.xml"/></Relationships>
</file>

<file path=ppt/slides/_rels/slide15.xml.rels><?xml version="1.0" encoding="UTF-8" standalone="yes"?>
<Relationships xmlns="http://schemas.openxmlformats.org/package/2006/relationships"><Relationship Id="rId8" Type="http://schemas.openxmlformats.org/officeDocument/2006/relationships/image" Target="../media/image3.wmf"/><Relationship Id="rId3" Type="http://schemas.openxmlformats.org/officeDocument/2006/relationships/oleObject" Target="../embeddings/oleObject1.bin"/><Relationship Id="rId7" Type="http://schemas.openxmlformats.org/officeDocument/2006/relationships/oleObject" Target="../embeddings/oleObject3.bin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2.png"/><Relationship Id="rId5" Type="http://schemas.openxmlformats.org/officeDocument/2006/relationships/oleObject" Target="../embeddings/oleObject2.bin"/><Relationship Id="rId4" Type="http://schemas.openxmlformats.org/officeDocument/2006/relationships/image" Target="../media/image1.png"/><Relationship Id="rId9" Type="http://schemas.openxmlformats.org/officeDocument/2006/relationships/slide" Target="slide14.xml"/></Relationships>
</file>

<file path=ppt/slides/_rels/slide16.xml.rels><?xml version="1.0" encoding="UTF-8" standalone="yes"?>
<Relationships xmlns="http://schemas.openxmlformats.org/package/2006/relationships"><Relationship Id="rId8" Type="http://schemas.openxmlformats.org/officeDocument/2006/relationships/image" Target="../media/image4.wmf"/><Relationship Id="rId3" Type="http://schemas.openxmlformats.org/officeDocument/2006/relationships/oleObject" Target="../embeddings/oleObject4.bin"/><Relationship Id="rId7" Type="http://schemas.openxmlformats.org/officeDocument/2006/relationships/oleObject" Target="../embeddings/oleObject6.bin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2.png"/><Relationship Id="rId5" Type="http://schemas.openxmlformats.org/officeDocument/2006/relationships/oleObject" Target="../embeddings/oleObject5.bin"/><Relationship Id="rId4" Type="http://schemas.openxmlformats.org/officeDocument/2006/relationships/image" Target="../media/image1.png"/><Relationship Id="rId9" Type="http://schemas.openxmlformats.org/officeDocument/2006/relationships/slide" Target="slide14.xml"/></Relationships>
</file>

<file path=ppt/slides/_rels/slide17.xml.rels><?xml version="1.0" encoding="UTF-8" standalone="yes"?>
<Relationships xmlns="http://schemas.openxmlformats.org/package/2006/relationships"><Relationship Id="rId8" Type="http://schemas.openxmlformats.org/officeDocument/2006/relationships/image" Target="../media/image4.wmf"/><Relationship Id="rId3" Type="http://schemas.openxmlformats.org/officeDocument/2006/relationships/oleObject" Target="../embeddings/oleObject7.bin"/><Relationship Id="rId7" Type="http://schemas.openxmlformats.org/officeDocument/2006/relationships/oleObject" Target="../embeddings/oleObject9.bin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2.png"/><Relationship Id="rId5" Type="http://schemas.openxmlformats.org/officeDocument/2006/relationships/oleObject" Target="../embeddings/oleObject8.bin"/><Relationship Id="rId4" Type="http://schemas.openxmlformats.org/officeDocument/2006/relationships/image" Target="../media/image1.png"/><Relationship Id="rId9" Type="http://schemas.openxmlformats.org/officeDocument/2006/relationships/slide" Target="slide14.xml"/></Relationships>
</file>

<file path=ppt/slides/_rels/slide18.xml.rels><?xml version="1.0" encoding="UTF-8" standalone="yes"?>
<Relationships xmlns="http://schemas.openxmlformats.org/package/2006/relationships"><Relationship Id="rId8" Type="http://schemas.openxmlformats.org/officeDocument/2006/relationships/image" Target="../media/image4.wmf"/><Relationship Id="rId3" Type="http://schemas.openxmlformats.org/officeDocument/2006/relationships/oleObject" Target="../embeddings/oleObject10.bin"/><Relationship Id="rId7" Type="http://schemas.openxmlformats.org/officeDocument/2006/relationships/oleObject" Target="../embeddings/oleObject12.bin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2.png"/><Relationship Id="rId5" Type="http://schemas.openxmlformats.org/officeDocument/2006/relationships/oleObject" Target="../embeddings/oleObject11.bin"/><Relationship Id="rId4" Type="http://schemas.openxmlformats.org/officeDocument/2006/relationships/image" Target="../media/image1.png"/><Relationship Id="rId9" Type="http://schemas.openxmlformats.org/officeDocument/2006/relationships/slide" Target="slide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Rectangle 1"/>
          <p:cNvSpPr>
            <a:spLocks noGrp="1" noChangeArrowheads="1"/>
          </p:cNvSpPr>
          <p:nvPr>
            <p:ph type="title"/>
          </p:nvPr>
        </p:nvSpPr>
        <p:spPr>
          <a:xfrm>
            <a:off x="274638" y="1028700"/>
            <a:ext cx="8564562" cy="1447800"/>
          </a:xfrm>
        </p:spPr>
        <p:txBody>
          <a:bodyPr>
            <a:spAutoFit/>
          </a:bodyPr>
          <a:lstStyle/>
          <a:p>
            <a:pPr algn="ctr">
              <a:lnSpc>
                <a:spcPct val="100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altLang="pt-BR"/>
              <a:t>Algoritmos e </a:t>
            </a:r>
            <a:br>
              <a:rPr lang="en-GB" altLang="pt-BR"/>
            </a:br>
            <a:r>
              <a:rPr lang="en-GB" altLang="pt-BR"/>
              <a:t>Lógica de Programação</a:t>
            </a:r>
          </a:p>
        </p:txBody>
      </p:sp>
      <p:sp>
        <p:nvSpPr>
          <p:cNvPr id="4099" name="Rectangle 2"/>
          <p:cNvSpPr>
            <a:spLocks noGrp="1" noChangeArrowheads="1"/>
          </p:cNvSpPr>
          <p:nvPr>
            <p:ph type="subTitle" idx="4294967295"/>
          </p:nvPr>
        </p:nvSpPr>
        <p:spPr>
          <a:xfrm>
            <a:off x="1166813" y="3886200"/>
            <a:ext cx="6400800" cy="1674813"/>
          </a:xfrm>
        </p:spPr>
        <p:txBody>
          <a:bodyPr lIns="90000" tIns="46800" rIns="90000" bIns="46800">
            <a:spAutoFit/>
          </a:bodyPr>
          <a:lstStyle/>
          <a:p>
            <a:pPr marL="0" indent="0" algn="ctr">
              <a:lnSpc>
                <a:spcPct val="100000"/>
              </a:lnSpc>
              <a:buFont typeface="Monotype Sorts" charset="2"/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altLang="pt-BR"/>
              <a:t>Implementação dos Recursos Básicos de Programação</a:t>
            </a:r>
          </a:p>
          <a:p>
            <a:pPr marL="0" indent="0" algn="ctr">
              <a:lnSpc>
                <a:spcPct val="100000"/>
              </a:lnSpc>
              <a:buFont typeface="Monotype Sorts" charset="2"/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altLang="pt-BR"/>
              <a:t>- Estrutura Sequencial -</a:t>
            </a:r>
          </a:p>
        </p:txBody>
      </p:sp>
    </p:spTree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0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Rectangle 1"/>
          <p:cNvSpPr>
            <a:spLocks noGrp="1" noChangeArrowheads="1"/>
          </p:cNvSpPr>
          <p:nvPr>
            <p:ph type="title" idx="4294967295"/>
          </p:nvPr>
        </p:nvSpPr>
        <p:spPr>
          <a:xfrm>
            <a:off x="1173163" y="457200"/>
            <a:ext cx="7772400" cy="381000"/>
          </a:xfrm>
        </p:spPr>
        <p:txBody>
          <a:bodyPr/>
          <a:lstStyle/>
          <a:p>
            <a:pPr>
              <a:buClrTx/>
              <a:buFontTx/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pt-BR" altLang="pt-BR" sz="4000"/>
              <a:t>Introdução</a:t>
            </a:r>
          </a:p>
        </p:txBody>
      </p:sp>
      <p:sp>
        <p:nvSpPr>
          <p:cNvPr id="7170" name="Rectangle 2"/>
          <p:cNvSpPr>
            <a:spLocks noGrp="1" noChangeArrowheads="1"/>
          </p:cNvSpPr>
          <p:nvPr>
            <p:ph type="body" idx="1"/>
          </p:nvPr>
        </p:nvSpPr>
        <p:spPr>
          <a:xfrm>
            <a:off x="1173163" y="1066800"/>
            <a:ext cx="7666037" cy="4648200"/>
          </a:xfrm>
        </p:spPr>
        <p:txBody>
          <a:bodyPr/>
          <a:lstStyle/>
          <a:p>
            <a:pPr marL="950913" indent="-531813" algn="just">
              <a:spcBef>
                <a:spcPts val="600"/>
              </a:spcBef>
              <a:buFont typeface="Monotype Sorts" charset="2"/>
              <a:buNone/>
              <a:tabLst>
                <a:tab pos="1520825" algn="l"/>
                <a:tab pos="2435225" algn="l"/>
                <a:tab pos="3349625" algn="l"/>
                <a:tab pos="4264025" algn="l"/>
                <a:tab pos="5178425" algn="l"/>
                <a:tab pos="6092825" algn="l"/>
                <a:tab pos="7007225" algn="l"/>
                <a:tab pos="7921625" algn="l"/>
                <a:tab pos="8836025" algn="l"/>
                <a:tab pos="9750425" algn="l"/>
                <a:tab pos="10664825" algn="l"/>
              </a:tabLst>
              <a:defRPr/>
            </a:pPr>
            <a:endParaRPr lang="pt-BR" altLang="pt-BR" sz="2400" b="1" dirty="0"/>
          </a:p>
          <a:p>
            <a:pPr marL="950913" indent="-531813" algn="just">
              <a:spcBef>
                <a:spcPts val="600"/>
              </a:spcBef>
              <a:tabLst>
                <a:tab pos="1520825" algn="l"/>
                <a:tab pos="2435225" algn="l"/>
                <a:tab pos="3349625" algn="l"/>
                <a:tab pos="4264025" algn="l"/>
                <a:tab pos="5178425" algn="l"/>
                <a:tab pos="6092825" algn="l"/>
                <a:tab pos="7007225" algn="l"/>
                <a:tab pos="7921625" algn="l"/>
                <a:tab pos="8836025" algn="l"/>
                <a:tab pos="9750425" algn="l"/>
                <a:tab pos="10664825" algn="l"/>
              </a:tabLst>
              <a:defRPr/>
            </a:pPr>
            <a:r>
              <a:rPr lang="pt-BR" altLang="pt-BR" sz="2400" b="1" dirty="0"/>
              <a:t>Linguagem de Programação</a:t>
            </a:r>
            <a:r>
              <a:rPr lang="pt-BR" altLang="pt-BR" sz="2400" dirty="0"/>
              <a:t>: representa uma sequência de palavras, símbolos que em seu conjunto apresentam uma morfologia e uma sintaxe. </a:t>
            </a:r>
          </a:p>
          <a:p>
            <a:pPr marL="952500" indent="-531813" algn="just">
              <a:spcBef>
                <a:spcPts val="600"/>
              </a:spcBef>
              <a:buClrTx/>
              <a:buFontTx/>
              <a:buNone/>
              <a:tabLst>
                <a:tab pos="1520825" algn="l"/>
                <a:tab pos="2435225" algn="l"/>
                <a:tab pos="3349625" algn="l"/>
                <a:tab pos="4264025" algn="l"/>
                <a:tab pos="5178425" algn="l"/>
                <a:tab pos="6092825" algn="l"/>
                <a:tab pos="7007225" algn="l"/>
                <a:tab pos="7921625" algn="l"/>
                <a:tab pos="8836025" algn="l"/>
                <a:tab pos="9750425" algn="l"/>
                <a:tab pos="10664825" algn="l"/>
              </a:tabLst>
              <a:defRPr/>
            </a:pPr>
            <a:endParaRPr lang="pt-BR" altLang="pt-BR" sz="2400" dirty="0"/>
          </a:p>
          <a:p>
            <a:pPr marL="952500" indent="-531813" algn="just">
              <a:spcBef>
                <a:spcPts val="600"/>
              </a:spcBef>
              <a:buClrTx/>
              <a:buFontTx/>
              <a:buNone/>
              <a:tabLst>
                <a:tab pos="1520825" algn="l"/>
                <a:tab pos="2435225" algn="l"/>
                <a:tab pos="3349625" algn="l"/>
                <a:tab pos="4264025" algn="l"/>
                <a:tab pos="5178425" algn="l"/>
                <a:tab pos="6092825" algn="l"/>
                <a:tab pos="7007225" algn="l"/>
                <a:tab pos="7921625" algn="l"/>
                <a:tab pos="8836025" algn="l"/>
                <a:tab pos="9750425" algn="l"/>
                <a:tab pos="10664825" algn="l"/>
              </a:tabLst>
              <a:defRPr/>
            </a:pPr>
            <a:r>
              <a:rPr lang="pt-BR" altLang="pt-BR" sz="2400" dirty="0"/>
              <a:t>      Ex.: </a:t>
            </a:r>
            <a:r>
              <a:rPr lang="pt-BR" altLang="pt-BR" sz="2400" dirty="0" err="1"/>
              <a:t>Cobol</a:t>
            </a:r>
            <a:r>
              <a:rPr lang="pt-BR" altLang="pt-BR" sz="2400" dirty="0"/>
              <a:t>, Pascal, Clipper, C, Java, C#, </a:t>
            </a:r>
            <a:r>
              <a:rPr lang="pt-BR" altLang="pt-BR" sz="2400" dirty="0" err="1"/>
              <a:t>etc</a:t>
            </a:r>
            <a:r>
              <a:rPr lang="pt-BR" altLang="pt-BR" sz="2400" dirty="0"/>
              <a:t> ...</a:t>
            </a:r>
          </a:p>
          <a:p>
            <a:pPr marL="952500" indent="-531813" algn="just">
              <a:spcBef>
                <a:spcPts val="600"/>
              </a:spcBef>
              <a:buClrTx/>
              <a:buFontTx/>
              <a:buNone/>
              <a:tabLst>
                <a:tab pos="1520825" algn="l"/>
                <a:tab pos="2435225" algn="l"/>
                <a:tab pos="3349625" algn="l"/>
                <a:tab pos="4264025" algn="l"/>
                <a:tab pos="5178425" algn="l"/>
                <a:tab pos="6092825" algn="l"/>
                <a:tab pos="7007225" algn="l"/>
                <a:tab pos="7921625" algn="l"/>
                <a:tab pos="8836025" algn="l"/>
                <a:tab pos="9750425" algn="l"/>
                <a:tab pos="10664825" algn="l"/>
              </a:tabLst>
              <a:defRPr/>
            </a:pPr>
            <a:endParaRPr lang="pt-BR" altLang="pt-BR" sz="2400" dirty="0"/>
          </a:p>
          <a:p>
            <a:pPr marL="952500" indent="-531813">
              <a:spcBef>
                <a:spcPts val="600"/>
              </a:spcBef>
              <a:buClrTx/>
              <a:buFontTx/>
              <a:buNone/>
              <a:tabLst>
                <a:tab pos="1520825" algn="l"/>
                <a:tab pos="2435225" algn="l"/>
                <a:tab pos="3349625" algn="l"/>
                <a:tab pos="4264025" algn="l"/>
                <a:tab pos="5178425" algn="l"/>
                <a:tab pos="6092825" algn="l"/>
                <a:tab pos="7007225" algn="l"/>
                <a:tab pos="7921625" algn="l"/>
                <a:tab pos="8836025" algn="l"/>
                <a:tab pos="9750425" algn="l"/>
                <a:tab pos="10664825" algn="l"/>
              </a:tabLst>
              <a:defRPr/>
            </a:pPr>
            <a:endParaRPr lang="pt-BR" altLang="pt-BR" sz="2400" dirty="0"/>
          </a:p>
        </p:txBody>
      </p:sp>
    </p:spTree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0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Rectangle 1"/>
          <p:cNvSpPr>
            <a:spLocks noGrp="1" noChangeArrowheads="1"/>
          </p:cNvSpPr>
          <p:nvPr>
            <p:ph type="title" idx="4294967295"/>
          </p:nvPr>
        </p:nvSpPr>
        <p:spPr>
          <a:xfrm>
            <a:off x="1173163" y="304800"/>
            <a:ext cx="7772400" cy="381000"/>
          </a:xfrm>
        </p:spPr>
        <p:txBody>
          <a:bodyPr/>
          <a:lstStyle/>
          <a:p>
            <a:pPr>
              <a:buClrTx/>
              <a:buFontTx/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pt-BR" altLang="pt-BR" sz="4000"/>
              <a:t>Conceitos Básicos de Programação</a:t>
            </a:r>
          </a:p>
        </p:txBody>
      </p:sp>
      <p:sp>
        <p:nvSpPr>
          <p:cNvPr id="8195" name="Rectangle 2"/>
          <p:cNvSpPr>
            <a:spLocks noGrp="1" noChangeArrowheads="1"/>
          </p:cNvSpPr>
          <p:nvPr>
            <p:ph type="body" idx="1"/>
          </p:nvPr>
        </p:nvSpPr>
        <p:spPr>
          <a:xfrm>
            <a:off x="1173163" y="990600"/>
            <a:ext cx="7772400" cy="5410200"/>
          </a:xfrm>
        </p:spPr>
        <p:txBody>
          <a:bodyPr/>
          <a:lstStyle/>
          <a:p>
            <a:pPr marL="0" indent="0" algn="just">
              <a:spcBef>
                <a:spcPts val="600"/>
              </a:spcBef>
              <a:buClrTx/>
              <a:buFont typeface="Monotype Sorts" charset="2"/>
              <a:buNone/>
              <a:tabLst>
                <a:tab pos="569913" algn="l"/>
                <a:tab pos="1484313" algn="l"/>
                <a:tab pos="2398713" algn="l"/>
                <a:tab pos="3313113" algn="l"/>
                <a:tab pos="4227513" algn="l"/>
                <a:tab pos="5141913" algn="l"/>
                <a:tab pos="6056313" algn="l"/>
                <a:tab pos="6970713" algn="l"/>
                <a:tab pos="7885113" algn="l"/>
                <a:tab pos="8799513" algn="l"/>
                <a:tab pos="9713913" algn="l"/>
              </a:tabLst>
            </a:pPr>
            <a:r>
              <a:rPr lang="pt-BR" altLang="pt-BR" sz="2400" dirty="0"/>
              <a:t>Por meio de uma linguagem de programação implementa-se uma solução computacional, através de uma </a:t>
            </a:r>
            <a:r>
              <a:rPr lang="pt-BR" altLang="pt-BR" sz="2400" b="1" dirty="0">
                <a:solidFill>
                  <a:srgbClr val="FF0000"/>
                </a:solidFill>
              </a:rPr>
              <a:t>lógica de programação </a:t>
            </a:r>
            <a:r>
              <a:rPr lang="pt-BR" altLang="pt-BR" sz="2400" dirty="0"/>
              <a:t>com a criação de </a:t>
            </a:r>
            <a:r>
              <a:rPr lang="pt-BR" altLang="pt-BR" sz="2400" b="1" dirty="0">
                <a:solidFill>
                  <a:srgbClr val="FF0000"/>
                </a:solidFill>
              </a:rPr>
              <a:t>programas</a:t>
            </a:r>
            <a:r>
              <a:rPr lang="pt-BR" altLang="pt-BR" sz="2400" dirty="0"/>
              <a:t>. Estes programas são constituídos por uma série de </a:t>
            </a:r>
            <a:r>
              <a:rPr lang="pt-BR" altLang="pt-BR" sz="2400" b="1" dirty="0">
                <a:solidFill>
                  <a:srgbClr val="FF0000"/>
                </a:solidFill>
              </a:rPr>
              <a:t>instruções</a:t>
            </a:r>
            <a:r>
              <a:rPr lang="pt-BR" altLang="pt-BR" sz="2400" dirty="0">
                <a:solidFill>
                  <a:srgbClr val="FF0000"/>
                </a:solidFill>
              </a:rPr>
              <a:t> </a:t>
            </a:r>
            <a:r>
              <a:rPr lang="pt-BR" altLang="pt-BR" sz="2400" dirty="0"/>
              <a:t>e cada instrução por sua vez é formada por </a:t>
            </a:r>
            <a:r>
              <a:rPr lang="pt-BR" altLang="pt-BR" sz="2400" b="1" dirty="0">
                <a:solidFill>
                  <a:srgbClr val="FF0000"/>
                </a:solidFill>
              </a:rPr>
              <a:t>comandos</a:t>
            </a:r>
            <a:r>
              <a:rPr lang="pt-BR" altLang="pt-BR" sz="2400" dirty="0"/>
              <a:t> que representam uma ação que o computador deverá realizar. Os programas manipulam os </a:t>
            </a:r>
            <a:r>
              <a:rPr lang="pt-BR" altLang="pt-BR" sz="2400" b="1" dirty="0">
                <a:solidFill>
                  <a:srgbClr val="FF0000"/>
                </a:solidFill>
              </a:rPr>
              <a:t>dados</a:t>
            </a:r>
            <a:r>
              <a:rPr lang="pt-BR" altLang="pt-BR" sz="2400" dirty="0"/>
              <a:t> produzidos pela lógica de programação transformando em </a:t>
            </a:r>
            <a:r>
              <a:rPr lang="pt-BR" altLang="pt-BR" sz="2400" b="1" dirty="0">
                <a:solidFill>
                  <a:srgbClr val="FF0000"/>
                </a:solidFill>
              </a:rPr>
              <a:t>informações</a:t>
            </a:r>
            <a:r>
              <a:rPr lang="pt-BR" altLang="pt-BR" sz="2400" dirty="0"/>
              <a:t>.</a:t>
            </a:r>
          </a:p>
          <a:p>
            <a:pPr marL="0" indent="0" algn="just">
              <a:spcBef>
                <a:spcPts val="600"/>
              </a:spcBef>
              <a:buClrTx/>
              <a:buFontTx/>
              <a:buNone/>
              <a:tabLst>
                <a:tab pos="569913" algn="l"/>
                <a:tab pos="1484313" algn="l"/>
                <a:tab pos="2398713" algn="l"/>
                <a:tab pos="3313113" algn="l"/>
                <a:tab pos="4227513" algn="l"/>
                <a:tab pos="5141913" algn="l"/>
                <a:tab pos="6056313" algn="l"/>
                <a:tab pos="6970713" algn="l"/>
                <a:tab pos="7885113" algn="l"/>
                <a:tab pos="8799513" algn="l"/>
                <a:tab pos="9713913" algn="l"/>
              </a:tabLst>
            </a:pPr>
            <a:endParaRPr lang="pt-BR" altLang="pt-BR" sz="2400" dirty="0"/>
          </a:p>
          <a:p>
            <a:pPr marL="0" indent="0" algn="just">
              <a:spcBef>
                <a:spcPts val="600"/>
              </a:spcBef>
              <a:buClrTx/>
              <a:buFontTx/>
              <a:buNone/>
              <a:tabLst>
                <a:tab pos="569913" algn="l"/>
                <a:tab pos="1484313" algn="l"/>
                <a:tab pos="2398713" algn="l"/>
                <a:tab pos="3313113" algn="l"/>
                <a:tab pos="4227513" algn="l"/>
                <a:tab pos="5141913" algn="l"/>
                <a:tab pos="6056313" algn="l"/>
                <a:tab pos="6970713" algn="l"/>
                <a:tab pos="7885113" algn="l"/>
                <a:tab pos="8799513" algn="l"/>
                <a:tab pos="9713913" algn="l"/>
              </a:tabLst>
            </a:pPr>
            <a:r>
              <a:rPr lang="pt-BR" altLang="pt-BR" sz="2400" dirty="0"/>
              <a:t>Os programas são criados através de um </a:t>
            </a:r>
            <a:r>
              <a:rPr lang="pt-BR" altLang="pt-BR" sz="2400" b="1" dirty="0">
                <a:solidFill>
                  <a:srgbClr val="FF0000"/>
                </a:solidFill>
              </a:rPr>
              <a:t>editor de textos</a:t>
            </a:r>
            <a:r>
              <a:rPr lang="pt-BR" altLang="pt-BR" sz="2400" dirty="0"/>
              <a:t>. Estes programas são chamados de </a:t>
            </a:r>
            <a:r>
              <a:rPr lang="pt-BR" altLang="pt-BR" sz="2400" b="1" dirty="0">
                <a:solidFill>
                  <a:srgbClr val="FF0000"/>
                </a:solidFill>
              </a:rPr>
              <a:t>programas fonte</a:t>
            </a:r>
            <a:r>
              <a:rPr lang="pt-BR" altLang="pt-BR" sz="2400" dirty="0"/>
              <a:t>. A extensão destes programas indicam em que tipo de linguagem eles foram criados.</a:t>
            </a:r>
          </a:p>
        </p:txBody>
      </p:sp>
    </p:spTree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0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7" name="Rectangle 2"/>
          <p:cNvSpPr>
            <a:spLocks noGrp="1" noChangeArrowheads="1"/>
          </p:cNvSpPr>
          <p:nvPr>
            <p:ph type="body" idx="1"/>
          </p:nvPr>
        </p:nvSpPr>
        <p:spPr>
          <a:xfrm>
            <a:off x="1173163" y="620688"/>
            <a:ext cx="7772400" cy="5399112"/>
          </a:xfrm>
        </p:spPr>
        <p:txBody>
          <a:bodyPr/>
          <a:lstStyle/>
          <a:p>
            <a:pPr marL="0" indent="0">
              <a:spcBef>
                <a:spcPts val="700"/>
              </a:spcBef>
              <a:buClrTx/>
              <a:buFontTx/>
              <a:buNone/>
              <a:tabLst>
                <a:tab pos="569913" algn="l"/>
                <a:tab pos="1484313" algn="l"/>
                <a:tab pos="2398713" algn="l"/>
                <a:tab pos="3313113" algn="l"/>
                <a:tab pos="4227513" algn="l"/>
                <a:tab pos="5141913" algn="l"/>
                <a:tab pos="6056313" algn="l"/>
                <a:tab pos="6970713" algn="l"/>
                <a:tab pos="7885113" algn="l"/>
                <a:tab pos="8799513" algn="l"/>
                <a:tab pos="9713913" algn="l"/>
              </a:tabLst>
              <a:defRPr/>
            </a:pPr>
            <a:r>
              <a:rPr lang="pt-BR" altLang="pt-BR" sz="2800" dirty="0"/>
              <a:t>Exemplos:</a:t>
            </a:r>
          </a:p>
          <a:p>
            <a:pPr marL="0" indent="0">
              <a:spcBef>
                <a:spcPts val="700"/>
              </a:spcBef>
              <a:buClrTx/>
              <a:buFontTx/>
              <a:buNone/>
              <a:tabLst>
                <a:tab pos="569913" algn="l"/>
                <a:tab pos="1484313" algn="l"/>
                <a:tab pos="2398713" algn="l"/>
                <a:tab pos="3313113" algn="l"/>
                <a:tab pos="4227513" algn="l"/>
                <a:tab pos="5141913" algn="l"/>
                <a:tab pos="6056313" algn="l"/>
                <a:tab pos="6970713" algn="l"/>
                <a:tab pos="7885113" algn="l"/>
                <a:tab pos="8799513" algn="l"/>
                <a:tab pos="9713913" algn="l"/>
              </a:tabLst>
              <a:defRPr/>
            </a:pPr>
            <a:endParaRPr lang="pt-BR" altLang="pt-BR" sz="2800" dirty="0"/>
          </a:p>
          <a:p>
            <a:pPr marL="0" indent="0">
              <a:spcBef>
                <a:spcPts val="700"/>
              </a:spcBef>
              <a:buClrTx/>
              <a:buFontTx/>
              <a:buNone/>
              <a:tabLst>
                <a:tab pos="569913" algn="l"/>
                <a:tab pos="1484313" algn="l"/>
                <a:tab pos="2398713" algn="l"/>
                <a:tab pos="3313113" algn="l"/>
                <a:tab pos="4227513" algn="l"/>
                <a:tab pos="5141913" algn="l"/>
                <a:tab pos="6056313" algn="l"/>
                <a:tab pos="6970713" algn="l"/>
                <a:tab pos="7885113" algn="l"/>
                <a:tab pos="8799513" algn="l"/>
                <a:tab pos="9713913" algn="l"/>
              </a:tabLst>
              <a:defRPr/>
            </a:pPr>
            <a:r>
              <a:rPr lang="pt-BR" altLang="pt-BR" sz="2800" dirty="0"/>
              <a:t>	</a:t>
            </a:r>
            <a:r>
              <a:rPr lang="pt-BR" altLang="pt-BR" sz="2800" dirty="0">
                <a:highlight>
                  <a:srgbClr val="FFFF00"/>
                </a:highlight>
              </a:rPr>
              <a:t>prog1.c        -----&gt;   Linguagem C</a:t>
            </a:r>
          </a:p>
          <a:p>
            <a:pPr marL="0" indent="0">
              <a:spcBef>
                <a:spcPts val="700"/>
              </a:spcBef>
              <a:buClrTx/>
              <a:buFontTx/>
              <a:buNone/>
              <a:tabLst>
                <a:tab pos="569913" algn="l"/>
                <a:tab pos="1484313" algn="l"/>
                <a:tab pos="2398713" algn="l"/>
                <a:tab pos="3313113" algn="l"/>
                <a:tab pos="4227513" algn="l"/>
                <a:tab pos="5141913" algn="l"/>
                <a:tab pos="6056313" algn="l"/>
                <a:tab pos="6970713" algn="l"/>
                <a:tab pos="7885113" algn="l"/>
                <a:tab pos="8799513" algn="l"/>
                <a:tab pos="9713913" algn="l"/>
              </a:tabLst>
              <a:defRPr/>
            </a:pPr>
            <a:r>
              <a:rPr lang="pt-BR" altLang="pt-BR" sz="2800" dirty="0"/>
              <a:t>	prog2.pas     -----&gt;  Linguagem Pascal</a:t>
            </a:r>
          </a:p>
          <a:p>
            <a:pPr marL="0" indent="0">
              <a:spcBef>
                <a:spcPts val="700"/>
              </a:spcBef>
              <a:buClrTx/>
              <a:buFontTx/>
              <a:buNone/>
              <a:tabLst>
                <a:tab pos="569913" algn="l"/>
                <a:tab pos="1484313" algn="l"/>
                <a:tab pos="2398713" algn="l"/>
                <a:tab pos="3313113" algn="l"/>
                <a:tab pos="4227513" algn="l"/>
                <a:tab pos="5141913" algn="l"/>
                <a:tab pos="6056313" algn="l"/>
                <a:tab pos="6970713" algn="l"/>
                <a:tab pos="7885113" algn="l"/>
                <a:tab pos="8799513" algn="l"/>
                <a:tab pos="9713913" algn="l"/>
              </a:tabLst>
              <a:defRPr/>
            </a:pPr>
            <a:r>
              <a:rPr lang="pt-BR" altLang="pt-BR" sz="2800" dirty="0"/>
              <a:t>	prog3.prg     -----&gt;  Linguagem Clipper</a:t>
            </a:r>
          </a:p>
          <a:p>
            <a:pPr marL="0" indent="0">
              <a:spcBef>
                <a:spcPts val="700"/>
              </a:spcBef>
              <a:buClrTx/>
              <a:buFontTx/>
              <a:buNone/>
              <a:tabLst>
                <a:tab pos="569913" algn="l"/>
                <a:tab pos="1484313" algn="l"/>
                <a:tab pos="2398713" algn="l"/>
                <a:tab pos="3313113" algn="l"/>
                <a:tab pos="4227513" algn="l"/>
                <a:tab pos="5141913" algn="l"/>
                <a:tab pos="6056313" algn="l"/>
                <a:tab pos="6970713" algn="l"/>
                <a:tab pos="7885113" algn="l"/>
                <a:tab pos="8799513" algn="l"/>
                <a:tab pos="9713913" algn="l"/>
              </a:tabLst>
              <a:defRPr/>
            </a:pPr>
            <a:r>
              <a:rPr lang="pt-BR" altLang="pt-BR" sz="2800" dirty="0"/>
              <a:t>	prog4.cbl      -----&gt;  Linguagem </a:t>
            </a:r>
            <a:r>
              <a:rPr lang="pt-BR" altLang="pt-BR" sz="2800" dirty="0" err="1"/>
              <a:t>Cobol</a:t>
            </a:r>
            <a:endParaRPr lang="pt-BR" altLang="pt-BR" sz="2800" dirty="0"/>
          </a:p>
          <a:p>
            <a:pPr marL="0" indent="0">
              <a:spcBef>
                <a:spcPts val="700"/>
              </a:spcBef>
              <a:buClrTx/>
              <a:buFontTx/>
              <a:buNone/>
              <a:tabLst>
                <a:tab pos="569913" algn="l"/>
                <a:tab pos="1484313" algn="l"/>
                <a:tab pos="2398713" algn="l"/>
                <a:tab pos="3313113" algn="l"/>
                <a:tab pos="4227513" algn="l"/>
                <a:tab pos="5141913" algn="l"/>
                <a:tab pos="6056313" algn="l"/>
                <a:tab pos="6970713" algn="l"/>
                <a:tab pos="7885113" algn="l"/>
                <a:tab pos="8799513" algn="l"/>
                <a:tab pos="9713913" algn="l"/>
              </a:tabLst>
              <a:defRPr/>
            </a:pPr>
            <a:r>
              <a:rPr lang="pt-BR" altLang="pt-BR" sz="2800" dirty="0"/>
              <a:t>      prog5.java    -----&gt;  Linguagem Java</a:t>
            </a:r>
          </a:p>
          <a:p>
            <a:pPr marL="0" indent="0">
              <a:spcBef>
                <a:spcPts val="700"/>
              </a:spcBef>
              <a:buClrTx/>
              <a:buFontTx/>
              <a:buNone/>
              <a:tabLst>
                <a:tab pos="569913" algn="l"/>
                <a:tab pos="1484313" algn="l"/>
                <a:tab pos="2398713" algn="l"/>
                <a:tab pos="3313113" algn="l"/>
                <a:tab pos="4227513" algn="l"/>
                <a:tab pos="5141913" algn="l"/>
                <a:tab pos="6056313" algn="l"/>
                <a:tab pos="6970713" algn="l"/>
                <a:tab pos="7885113" algn="l"/>
                <a:tab pos="8799513" algn="l"/>
                <a:tab pos="9713913" algn="l"/>
              </a:tabLst>
              <a:defRPr/>
            </a:pPr>
            <a:r>
              <a:rPr lang="pt-BR" altLang="pt-BR" sz="2800" dirty="0"/>
              <a:t>      prog6.cs       -----&gt;  Linguagem C#</a:t>
            </a:r>
          </a:p>
          <a:p>
            <a:pPr marL="0" indent="0">
              <a:spcBef>
                <a:spcPts val="700"/>
              </a:spcBef>
              <a:buClrTx/>
              <a:buFont typeface="Monotype Sorts" charset="2"/>
              <a:buNone/>
              <a:tabLst>
                <a:tab pos="569913" algn="l"/>
                <a:tab pos="1484313" algn="l"/>
                <a:tab pos="2398713" algn="l"/>
                <a:tab pos="3313113" algn="l"/>
                <a:tab pos="4227513" algn="l"/>
                <a:tab pos="5141913" algn="l"/>
                <a:tab pos="6056313" algn="l"/>
                <a:tab pos="6970713" algn="l"/>
                <a:tab pos="7885113" algn="l"/>
                <a:tab pos="8799513" algn="l"/>
                <a:tab pos="9713913" algn="l"/>
              </a:tabLst>
              <a:defRPr/>
            </a:pPr>
            <a:r>
              <a:rPr lang="pt-BR" altLang="pt-BR" sz="2800" dirty="0"/>
              <a:t>      prog7.cpp    -----&gt;  Linguagem C++</a:t>
            </a:r>
          </a:p>
          <a:p>
            <a:pPr marL="0" indent="0">
              <a:spcBef>
                <a:spcPts val="700"/>
              </a:spcBef>
              <a:buClrTx/>
              <a:buFont typeface="Monotype Sorts" charset="2"/>
              <a:buNone/>
              <a:tabLst>
                <a:tab pos="569913" algn="l"/>
                <a:tab pos="1484313" algn="l"/>
                <a:tab pos="2398713" algn="l"/>
                <a:tab pos="3313113" algn="l"/>
                <a:tab pos="4227513" algn="l"/>
                <a:tab pos="5141913" algn="l"/>
                <a:tab pos="6056313" algn="l"/>
                <a:tab pos="6970713" algn="l"/>
                <a:tab pos="7885113" algn="l"/>
                <a:tab pos="8799513" algn="l"/>
                <a:tab pos="9713913" algn="l"/>
              </a:tabLst>
              <a:defRPr/>
            </a:pPr>
            <a:r>
              <a:rPr lang="pt-BR" altLang="pt-BR" sz="2800" dirty="0"/>
              <a:t>      prog8.py      -----&gt;  Linguagem </a:t>
            </a:r>
            <a:r>
              <a:rPr lang="pt-BR" altLang="pt-BR" sz="2800" dirty="0" err="1"/>
              <a:t>python</a:t>
            </a:r>
            <a:endParaRPr lang="pt-BR" altLang="pt-BR" sz="2800" dirty="0"/>
          </a:p>
          <a:p>
            <a:pPr marL="0" indent="0">
              <a:spcBef>
                <a:spcPts val="700"/>
              </a:spcBef>
              <a:buClrTx/>
              <a:buFontTx/>
              <a:buNone/>
              <a:tabLst>
                <a:tab pos="569913" algn="l"/>
                <a:tab pos="1484313" algn="l"/>
                <a:tab pos="2398713" algn="l"/>
                <a:tab pos="3313113" algn="l"/>
                <a:tab pos="4227513" algn="l"/>
                <a:tab pos="5141913" algn="l"/>
                <a:tab pos="6056313" algn="l"/>
                <a:tab pos="6970713" algn="l"/>
                <a:tab pos="7885113" algn="l"/>
                <a:tab pos="8799513" algn="l"/>
                <a:tab pos="9713913" algn="l"/>
              </a:tabLst>
              <a:defRPr/>
            </a:pPr>
            <a:endParaRPr lang="pt-BR" altLang="pt-BR" sz="2800" dirty="0"/>
          </a:p>
          <a:p>
            <a:pPr marL="0" indent="0" algn="just">
              <a:spcBef>
                <a:spcPts val="700"/>
              </a:spcBef>
              <a:buClrTx/>
              <a:buFontTx/>
              <a:buNone/>
              <a:tabLst>
                <a:tab pos="569913" algn="l"/>
                <a:tab pos="1484313" algn="l"/>
                <a:tab pos="2398713" algn="l"/>
                <a:tab pos="3313113" algn="l"/>
                <a:tab pos="4227513" algn="l"/>
                <a:tab pos="5141913" algn="l"/>
                <a:tab pos="6056313" algn="l"/>
                <a:tab pos="6970713" algn="l"/>
                <a:tab pos="7885113" algn="l"/>
                <a:tab pos="8799513" algn="l"/>
                <a:tab pos="9713913" algn="l"/>
              </a:tabLst>
              <a:defRPr/>
            </a:pPr>
            <a:endParaRPr lang="pt-BR" altLang="pt-BR" sz="2800" dirty="0"/>
          </a:p>
          <a:p>
            <a:pPr marL="0" indent="0" algn="just">
              <a:spcBef>
                <a:spcPts val="700"/>
              </a:spcBef>
              <a:buClrTx/>
              <a:buFontTx/>
              <a:buNone/>
              <a:tabLst>
                <a:tab pos="569913" algn="l"/>
                <a:tab pos="1484313" algn="l"/>
                <a:tab pos="2398713" algn="l"/>
                <a:tab pos="3313113" algn="l"/>
                <a:tab pos="4227513" algn="l"/>
                <a:tab pos="5141913" algn="l"/>
                <a:tab pos="6056313" algn="l"/>
                <a:tab pos="6970713" algn="l"/>
                <a:tab pos="7885113" algn="l"/>
                <a:tab pos="8799513" algn="l"/>
                <a:tab pos="9713913" algn="l"/>
              </a:tabLst>
              <a:defRPr/>
            </a:pPr>
            <a:endParaRPr lang="pt-BR" altLang="pt-BR" sz="2800" dirty="0"/>
          </a:p>
        </p:txBody>
      </p:sp>
    </p:spTree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0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Rectangle 1"/>
          <p:cNvSpPr>
            <a:spLocks noGrp="1" noChangeArrowheads="1"/>
          </p:cNvSpPr>
          <p:nvPr>
            <p:ph type="title" idx="4294967295"/>
          </p:nvPr>
        </p:nvSpPr>
        <p:spPr>
          <a:xfrm>
            <a:off x="1173163" y="304800"/>
            <a:ext cx="7772400" cy="381000"/>
          </a:xfrm>
        </p:spPr>
        <p:txBody>
          <a:bodyPr/>
          <a:lstStyle/>
          <a:p>
            <a:pPr>
              <a:buClrTx/>
              <a:buFontTx/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pt-BR" altLang="pt-BR" sz="4000"/>
              <a:t>Etapas para criação de um código</a:t>
            </a:r>
          </a:p>
        </p:txBody>
      </p:sp>
      <p:sp>
        <p:nvSpPr>
          <p:cNvPr id="12291" name="Text Box 10"/>
          <p:cNvSpPr txBox="1">
            <a:spLocks noChangeArrowheads="1"/>
          </p:cNvSpPr>
          <p:nvPr/>
        </p:nvSpPr>
        <p:spPr bwMode="auto">
          <a:xfrm>
            <a:off x="1143000" y="2413000"/>
            <a:ext cx="7696200" cy="3787775"/>
          </a:xfrm>
          <a:prstGeom prst="rect">
            <a:avLst/>
          </a:prstGeom>
          <a:noFill/>
          <a:ln w="9525">
            <a:noFill/>
            <a:round/>
            <a:headEnd/>
            <a:tailEnd/>
          </a:ln>
          <a:effectLst/>
        </p:spPr>
        <p:txBody>
          <a:bodyPr lIns="90000" tIns="46800" rIns="90000" bIns="46800">
            <a:spAutoFit/>
          </a:bodyPr>
          <a:lstStyle/>
          <a:p>
            <a:pPr algn="just">
              <a:buSzPct val="10000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pt-BR" altLang="pt-BR" sz="2000">
                <a:solidFill>
                  <a:srgbClr val="000000"/>
                </a:solidFill>
                <a:ea typeface="Microsoft YaHei" pitchFamily="34" charset="-122"/>
              </a:rPr>
              <a:t>No processo de </a:t>
            </a:r>
            <a:r>
              <a:rPr lang="pt-BR" altLang="pt-BR" sz="2000" b="1">
                <a:solidFill>
                  <a:srgbClr val="FF0000"/>
                </a:solidFill>
                <a:ea typeface="Microsoft YaHei" pitchFamily="34" charset="-122"/>
              </a:rPr>
              <a:t>compilação</a:t>
            </a:r>
            <a:r>
              <a:rPr lang="pt-BR" altLang="pt-BR" sz="2000" b="1">
                <a:solidFill>
                  <a:srgbClr val="000000"/>
                </a:solidFill>
                <a:ea typeface="Microsoft YaHei" pitchFamily="34" charset="-122"/>
              </a:rPr>
              <a:t> </a:t>
            </a:r>
            <a:r>
              <a:rPr lang="pt-BR" altLang="pt-BR" sz="2000">
                <a:solidFill>
                  <a:srgbClr val="000000"/>
                </a:solidFill>
                <a:ea typeface="Microsoft YaHei" pitchFamily="34" charset="-122"/>
              </a:rPr>
              <a:t>é verificado se as instruções do programa fonte estão de acordo com a linguagem usada para gerá-lo. É avaliado os seguintes aspectos: </a:t>
            </a:r>
            <a:r>
              <a:rPr lang="pt-BR" altLang="pt-BR" sz="2000" b="1">
                <a:solidFill>
                  <a:srgbClr val="FF0000"/>
                </a:solidFill>
                <a:ea typeface="Microsoft YaHei" pitchFamily="34" charset="-122"/>
              </a:rPr>
              <a:t>morfologia e sintaxe</a:t>
            </a:r>
            <a:r>
              <a:rPr lang="pt-BR" altLang="pt-BR" sz="2000">
                <a:solidFill>
                  <a:srgbClr val="000000"/>
                </a:solidFill>
                <a:ea typeface="Microsoft YaHei" pitchFamily="34" charset="-122"/>
              </a:rPr>
              <a:t>.</a:t>
            </a:r>
          </a:p>
          <a:p>
            <a:pPr algn="just">
              <a:buSzPct val="10000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pt-BR" altLang="pt-BR" sz="2000">
                <a:solidFill>
                  <a:srgbClr val="000000"/>
                </a:solidFill>
                <a:ea typeface="Microsoft YaHei" pitchFamily="34" charset="-122"/>
              </a:rPr>
              <a:t>Se o programa foi escrito de acordo com a linguagem é gerado o </a:t>
            </a:r>
            <a:r>
              <a:rPr lang="pt-BR" altLang="pt-BR" sz="2000" b="1">
                <a:solidFill>
                  <a:srgbClr val="FF0000"/>
                </a:solidFill>
                <a:ea typeface="Microsoft YaHei" pitchFamily="34" charset="-122"/>
              </a:rPr>
              <a:t>programa objeto(</a:t>
            </a:r>
            <a:r>
              <a:rPr lang="pt-BR" altLang="pt-BR" sz="2000" b="1">
                <a:solidFill>
                  <a:srgbClr val="3366CC"/>
                </a:solidFill>
                <a:ea typeface="Microsoft YaHei" pitchFamily="34" charset="-122"/>
              </a:rPr>
              <a:t>obj</a:t>
            </a:r>
            <a:r>
              <a:rPr lang="pt-BR" altLang="pt-BR" sz="2000" b="1">
                <a:solidFill>
                  <a:srgbClr val="FF0000"/>
                </a:solidFill>
                <a:ea typeface="Microsoft YaHei" pitchFamily="34" charset="-122"/>
              </a:rPr>
              <a:t>)</a:t>
            </a:r>
            <a:r>
              <a:rPr lang="pt-BR" altLang="pt-BR" sz="2000">
                <a:solidFill>
                  <a:srgbClr val="000000"/>
                </a:solidFill>
                <a:ea typeface="Microsoft YaHei" pitchFamily="34" charset="-122"/>
              </a:rPr>
              <a:t> que por sua vez sofre um processo chamado de </a:t>
            </a:r>
            <a:r>
              <a:rPr lang="pt-BR" altLang="pt-BR" sz="2000" b="1">
                <a:solidFill>
                  <a:srgbClr val="FF0000"/>
                </a:solidFill>
                <a:ea typeface="Microsoft YaHei" pitchFamily="34" charset="-122"/>
              </a:rPr>
              <a:t>linkedição</a:t>
            </a:r>
            <a:r>
              <a:rPr lang="pt-BR" altLang="pt-BR" sz="2000">
                <a:solidFill>
                  <a:srgbClr val="000000"/>
                </a:solidFill>
                <a:ea typeface="Microsoft YaHei" pitchFamily="34" charset="-122"/>
              </a:rPr>
              <a:t> gerando o </a:t>
            </a:r>
            <a:r>
              <a:rPr lang="pt-BR" altLang="pt-BR" sz="2000" b="1">
                <a:solidFill>
                  <a:srgbClr val="FF0000"/>
                </a:solidFill>
                <a:ea typeface="Microsoft YaHei" pitchFamily="34" charset="-122"/>
              </a:rPr>
              <a:t>código(</a:t>
            </a:r>
            <a:r>
              <a:rPr lang="pt-BR" altLang="pt-BR" sz="2000" b="1">
                <a:solidFill>
                  <a:srgbClr val="3366CC"/>
                </a:solidFill>
                <a:ea typeface="Microsoft YaHei" pitchFamily="34" charset="-122"/>
              </a:rPr>
              <a:t>exe</a:t>
            </a:r>
            <a:r>
              <a:rPr lang="pt-BR" altLang="pt-BR" sz="2000" b="1">
                <a:solidFill>
                  <a:srgbClr val="FF0000"/>
                </a:solidFill>
                <a:ea typeface="Microsoft YaHei" pitchFamily="34" charset="-122"/>
              </a:rPr>
              <a:t>).</a:t>
            </a:r>
          </a:p>
          <a:p>
            <a:pPr algn="just">
              <a:buSzPct val="10000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endParaRPr lang="pt-BR" altLang="pt-BR" sz="2000">
              <a:solidFill>
                <a:srgbClr val="000000"/>
              </a:solidFill>
              <a:ea typeface="Microsoft YaHei" pitchFamily="34" charset="-122"/>
            </a:endParaRPr>
          </a:p>
          <a:p>
            <a:pPr algn="just">
              <a:buSzPct val="10000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pt-BR" altLang="pt-BR" sz="2000">
                <a:solidFill>
                  <a:srgbClr val="000000"/>
                </a:solidFill>
                <a:ea typeface="Microsoft YaHei" pitchFamily="34" charset="-122"/>
              </a:rPr>
              <a:t>Depois de criado o código, o programa objeto não é mais necessário. Já o programa fonte deve ser guardado, pois caso haja a necessidade de alterá-lo, o processo de </a:t>
            </a:r>
            <a:r>
              <a:rPr lang="pt-BR" altLang="pt-BR" sz="2000" b="1">
                <a:solidFill>
                  <a:srgbClr val="000000"/>
                </a:solidFill>
                <a:ea typeface="Microsoft YaHei" pitchFamily="34" charset="-122"/>
              </a:rPr>
              <a:t>compilação</a:t>
            </a:r>
            <a:r>
              <a:rPr lang="pt-BR" altLang="pt-BR" sz="2000">
                <a:solidFill>
                  <a:srgbClr val="000000"/>
                </a:solidFill>
                <a:ea typeface="Microsoft YaHei" pitchFamily="34" charset="-122"/>
              </a:rPr>
              <a:t> e </a:t>
            </a:r>
            <a:r>
              <a:rPr lang="pt-BR" altLang="pt-BR" sz="2000" b="1">
                <a:solidFill>
                  <a:srgbClr val="000000"/>
                </a:solidFill>
                <a:ea typeface="Microsoft YaHei" pitchFamily="34" charset="-122"/>
              </a:rPr>
              <a:t>linkedição</a:t>
            </a:r>
            <a:r>
              <a:rPr lang="pt-BR" altLang="pt-BR" sz="2000">
                <a:solidFill>
                  <a:srgbClr val="000000"/>
                </a:solidFill>
                <a:ea typeface="Microsoft YaHei" pitchFamily="34" charset="-122"/>
              </a:rPr>
              <a:t> deverá ser novamente realizado gerando um novo código atualizado com as modificações feitas no programa fonte.</a:t>
            </a:r>
          </a:p>
        </p:txBody>
      </p:sp>
      <p:grpSp>
        <p:nvGrpSpPr>
          <p:cNvPr id="12292" name="Agrupar 4"/>
          <p:cNvGrpSpPr>
            <a:grpSpLocks/>
          </p:cNvGrpSpPr>
          <p:nvPr/>
        </p:nvGrpSpPr>
        <p:grpSpPr bwMode="auto">
          <a:xfrm>
            <a:off x="1155700" y="1130300"/>
            <a:ext cx="7683500" cy="1003300"/>
            <a:chOff x="1155130" y="1131034"/>
            <a:chExt cx="7684062" cy="1001822"/>
          </a:xfrm>
        </p:grpSpPr>
        <p:sp>
          <p:nvSpPr>
            <p:cNvPr id="12293" name="Text Box 3"/>
            <p:cNvSpPr txBox="1">
              <a:spLocks noChangeArrowheads="1"/>
            </p:cNvSpPr>
            <p:nvPr/>
          </p:nvSpPr>
          <p:spPr bwMode="auto">
            <a:xfrm>
              <a:off x="4212436" y="1505793"/>
              <a:ext cx="938879" cy="234950"/>
            </a:xfrm>
            <a:prstGeom prst="rect">
              <a:avLst/>
            </a:prstGeom>
            <a:solidFill>
              <a:srgbClr val="FFFFFF"/>
            </a:solidFill>
            <a:ln w="9525">
              <a:noFill/>
              <a:round/>
              <a:headEnd/>
              <a:tailEnd/>
            </a:ln>
            <a:effectLst/>
          </p:spPr>
          <p:txBody>
            <a:bodyPr lIns="90000" tIns="46800" rIns="90000" bIns="46800"/>
            <a:lstStyle/>
            <a:p>
              <a:pPr algn="ctr">
                <a:buSzPct val="10000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pt-BR" altLang="pt-BR" sz="1000" b="1">
                  <a:solidFill>
                    <a:srgbClr val="000000"/>
                  </a:solidFill>
                  <a:ea typeface="Microsoft YaHei" pitchFamily="34" charset="-122"/>
                </a:rPr>
                <a:t>Compilação</a:t>
              </a:r>
            </a:p>
          </p:txBody>
        </p:sp>
        <p:sp>
          <p:nvSpPr>
            <p:cNvPr id="12294" name="Rectangle 4"/>
            <p:cNvSpPr>
              <a:spLocks noChangeArrowheads="1"/>
            </p:cNvSpPr>
            <p:nvPr/>
          </p:nvSpPr>
          <p:spPr bwMode="auto">
            <a:xfrm>
              <a:off x="3131840" y="1143843"/>
              <a:ext cx="1090259" cy="931863"/>
            </a:xfrm>
            <a:prstGeom prst="rect">
              <a:avLst/>
            </a:prstGeom>
            <a:solidFill>
              <a:srgbClr val="CCFFFF"/>
            </a:solidFill>
            <a:ln w="12600" cap="sq">
              <a:solidFill>
                <a:srgbClr val="000000"/>
              </a:solidFill>
              <a:miter lim="800000"/>
              <a:headEnd/>
              <a:tailEnd/>
            </a:ln>
            <a:effectLst/>
          </p:spPr>
          <p:txBody>
            <a:bodyPr lIns="12600" tIns="12600" rIns="12600" bIns="12600"/>
            <a:lstStyle/>
            <a:p>
              <a:pPr>
                <a:buSzPct val="10000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endParaRPr lang="pt-BR" altLang="pt-BR" sz="1400">
                <a:solidFill>
                  <a:srgbClr val="000000"/>
                </a:solidFill>
                <a:ea typeface="Microsoft YaHei" pitchFamily="34" charset="-122"/>
              </a:endParaRPr>
            </a:p>
            <a:p>
              <a:pPr algn="ctr">
                <a:buSzPct val="10000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pt-BR" altLang="pt-BR" sz="1400" b="1">
                  <a:solidFill>
                    <a:srgbClr val="000000"/>
                  </a:solidFill>
                  <a:ea typeface="Microsoft YaHei" pitchFamily="34" charset="-122"/>
                </a:rPr>
                <a:t>Programa  Fonte</a:t>
              </a:r>
            </a:p>
          </p:txBody>
        </p:sp>
        <p:sp>
          <p:nvSpPr>
            <p:cNvPr id="12295" name="Rectangle 5"/>
            <p:cNvSpPr>
              <a:spLocks noChangeArrowheads="1"/>
            </p:cNvSpPr>
            <p:nvPr/>
          </p:nvSpPr>
          <p:spPr bwMode="auto">
            <a:xfrm>
              <a:off x="5437971" y="1147018"/>
              <a:ext cx="1117636" cy="947738"/>
            </a:xfrm>
            <a:prstGeom prst="rect">
              <a:avLst/>
            </a:prstGeom>
            <a:solidFill>
              <a:srgbClr val="FFCC00"/>
            </a:solidFill>
            <a:ln w="12600" cap="sq">
              <a:solidFill>
                <a:srgbClr val="000000"/>
              </a:solidFill>
              <a:miter lim="800000"/>
              <a:headEnd/>
              <a:tailEnd/>
            </a:ln>
            <a:effectLst/>
          </p:spPr>
          <p:txBody>
            <a:bodyPr lIns="12600" tIns="12600" rIns="12600" bIns="12600"/>
            <a:lstStyle/>
            <a:p>
              <a:pPr>
                <a:buSzPct val="10000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endParaRPr lang="pt-BR" altLang="pt-BR" sz="1000">
                <a:solidFill>
                  <a:srgbClr val="000000"/>
                </a:solidFill>
                <a:ea typeface="Microsoft YaHei" pitchFamily="34" charset="-122"/>
              </a:endParaRPr>
            </a:p>
            <a:p>
              <a:pPr algn="ctr">
                <a:buSzPct val="10000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pt-BR" altLang="pt-BR" sz="1400" b="1">
                  <a:solidFill>
                    <a:srgbClr val="000000"/>
                  </a:solidFill>
                  <a:ea typeface="Microsoft YaHei" pitchFamily="34" charset="-122"/>
                </a:rPr>
                <a:t>Programa Objeto</a:t>
              </a:r>
            </a:p>
          </p:txBody>
        </p:sp>
        <p:sp>
          <p:nvSpPr>
            <p:cNvPr id="12296" name="Rectangle 6"/>
            <p:cNvSpPr>
              <a:spLocks noChangeArrowheads="1"/>
            </p:cNvSpPr>
            <p:nvPr/>
          </p:nvSpPr>
          <p:spPr bwMode="auto">
            <a:xfrm>
              <a:off x="7718335" y="1147018"/>
              <a:ext cx="1120857" cy="985838"/>
            </a:xfrm>
            <a:prstGeom prst="rect">
              <a:avLst/>
            </a:prstGeom>
            <a:solidFill>
              <a:srgbClr val="FFCC99"/>
            </a:solidFill>
            <a:ln w="12600" cap="sq">
              <a:solidFill>
                <a:srgbClr val="000000"/>
              </a:solidFill>
              <a:miter lim="800000"/>
              <a:headEnd/>
              <a:tailEnd/>
            </a:ln>
            <a:effectLst/>
          </p:spPr>
          <p:txBody>
            <a:bodyPr lIns="12600" tIns="12600" rIns="12600" bIns="12600"/>
            <a:lstStyle/>
            <a:p>
              <a:pPr>
                <a:buSzPct val="10000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endParaRPr lang="pt-BR" altLang="pt-BR" sz="1000">
                <a:solidFill>
                  <a:srgbClr val="000000"/>
                </a:solidFill>
                <a:ea typeface="Microsoft YaHei" pitchFamily="34" charset="-122"/>
              </a:endParaRPr>
            </a:p>
            <a:p>
              <a:pPr algn="ctr">
                <a:buSzPct val="10000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pt-BR" altLang="pt-BR" sz="1400" b="1">
                  <a:solidFill>
                    <a:srgbClr val="000000"/>
                  </a:solidFill>
                  <a:ea typeface="Microsoft YaHei" pitchFamily="34" charset="-122"/>
                </a:rPr>
                <a:t>Código</a:t>
              </a:r>
            </a:p>
            <a:p>
              <a:pPr algn="ctr">
                <a:buSzPct val="10000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pt-BR" altLang="pt-BR" sz="1400" b="1">
                  <a:solidFill>
                    <a:srgbClr val="000000"/>
                  </a:solidFill>
                  <a:ea typeface="Microsoft YaHei" pitchFamily="34" charset="-122"/>
                </a:rPr>
                <a:t>Executável</a:t>
              </a:r>
            </a:p>
          </p:txBody>
        </p:sp>
        <p:sp>
          <p:nvSpPr>
            <p:cNvPr id="12297" name="Text Box 7"/>
            <p:cNvSpPr txBox="1">
              <a:spLocks noChangeArrowheads="1"/>
            </p:cNvSpPr>
            <p:nvPr/>
          </p:nvSpPr>
          <p:spPr bwMode="auto">
            <a:xfrm>
              <a:off x="6624855" y="1507381"/>
              <a:ext cx="946931" cy="265113"/>
            </a:xfrm>
            <a:prstGeom prst="rect">
              <a:avLst/>
            </a:prstGeom>
            <a:solidFill>
              <a:srgbClr val="FFFFFF"/>
            </a:solidFill>
            <a:ln w="9525">
              <a:noFill/>
              <a:round/>
              <a:headEnd/>
              <a:tailEnd/>
            </a:ln>
            <a:effectLst/>
          </p:spPr>
          <p:txBody>
            <a:bodyPr lIns="90000" tIns="46800" rIns="90000" bIns="46800"/>
            <a:lstStyle/>
            <a:p>
              <a:pPr algn="ctr">
                <a:buSzPct val="10000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pt-BR" altLang="pt-BR" sz="1000" b="1">
                  <a:solidFill>
                    <a:srgbClr val="000000"/>
                  </a:solidFill>
                  <a:ea typeface="Microsoft YaHei" pitchFamily="34" charset="-122"/>
                </a:rPr>
                <a:t>LinkEdição</a:t>
              </a:r>
            </a:p>
          </p:txBody>
        </p:sp>
        <p:sp>
          <p:nvSpPr>
            <p:cNvPr id="12298" name="Line 8"/>
            <p:cNvSpPr>
              <a:spLocks noChangeShapeType="1"/>
            </p:cNvSpPr>
            <p:nvPr/>
          </p:nvSpPr>
          <p:spPr bwMode="auto">
            <a:xfrm>
              <a:off x="4338050" y="1816943"/>
              <a:ext cx="845474" cy="1588"/>
            </a:xfrm>
            <a:prstGeom prst="line">
              <a:avLst/>
            </a:prstGeom>
            <a:noFill/>
            <a:ln w="9360" cap="sq">
              <a:solidFill>
                <a:srgbClr val="000000"/>
              </a:solidFill>
              <a:miter lim="800000"/>
              <a:headEnd/>
              <a:tailEnd type="triangle" w="med" len="med"/>
            </a:ln>
            <a:effectLst/>
          </p:spPr>
          <p:txBody>
            <a:bodyPr/>
            <a:lstStyle/>
            <a:p>
              <a:endParaRPr lang="pt-BR"/>
            </a:p>
          </p:txBody>
        </p:sp>
        <p:sp>
          <p:nvSpPr>
            <p:cNvPr id="12299" name="Line 9"/>
            <p:cNvSpPr>
              <a:spLocks noChangeShapeType="1"/>
            </p:cNvSpPr>
            <p:nvPr/>
          </p:nvSpPr>
          <p:spPr bwMode="auto">
            <a:xfrm>
              <a:off x="6624855" y="1816943"/>
              <a:ext cx="946931" cy="1588"/>
            </a:xfrm>
            <a:prstGeom prst="line">
              <a:avLst/>
            </a:prstGeom>
            <a:noFill/>
            <a:ln w="9360" cap="sq">
              <a:solidFill>
                <a:srgbClr val="000000"/>
              </a:solidFill>
              <a:miter lim="800000"/>
              <a:headEnd/>
              <a:tailEnd type="triangle" w="med" len="med"/>
            </a:ln>
            <a:effectLst/>
          </p:spPr>
          <p:txBody>
            <a:bodyPr/>
            <a:lstStyle/>
            <a:p>
              <a:endParaRPr lang="pt-BR"/>
            </a:p>
          </p:txBody>
        </p:sp>
        <p:sp>
          <p:nvSpPr>
            <p:cNvPr id="2" name="Rectangle 5"/>
            <p:cNvSpPr>
              <a:spLocks noChangeArrowheads="1"/>
            </p:cNvSpPr>
            <p:nvPr/>
          </p:nvSpPr>
          <p:spPr bwMode="auto">
            <a:xfrm>
              <a:off x="1155130" y="1131034"/>
              <a:ext cx="1117682" cy="947927"/>
            </a:xfrm>
            <a:prstGeom prst="rect">
              <a:avLst/>
            </a:prstGeom>
            <a:solidFill>
              <a:schemeClr val="accent6">
                <a:lumMod val="20000"/>
                <a:lumOff val="80000"/>
              </a:schemeClr>
            </a:solidFill>
            <a:ln w="12600" cap="sq">
              <a:solidFill>
                <a:srgbClr val="000000"/>
              </a:solidFill>
              <a:miter lim="800000"/>
              <a:headEnd/>
              <a:tailEnd/>
            </a:ln>
            <a:effectLst/>
          </p:spPr>
          <p:txBody>
            <a:bodyPr lIns="12600" tIns="12600" rIns="12600" bIns="12600"/>
            <a:lstStyle>
              <a:lvl1pPr>
                <a:spcBef>
                  <a:spcPts val="800"/>
                </a:spcBef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3200">
                  <a:solidFill>
                    <a:srgbClr val="000000"/>
                  </a:solidFill>
                  <a:latin typeface="Arial" panose="020B0604020202020204" pitchFamily="34" charset="0"/>
                  <a:ea typeface="Microsoft YaHei" panose="020B0503020204020204" pitchFamily="34" charset="-122"/>
                </a:defRPr>
              </a:lvl1pPr>
              <a:lvl2pPr>
                <a:spcBef>
                  <a:spcPts val="700"/>
                </a:spcBef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2800">
                  <a:solidFill>
                    <a:srgbClr val="000000"/>
                  </a:solidFill>
                  <a:latin typeface="Arial" panose="020B0604020202020204" pitchFamily="34" charset="0"/>
                  <a:ea typeface="Microsoft YaHei" panose="020B0503020204020204" pitchFamily="34" charset="-122"/>
                </a:defRPr>
              </a:lvl2pPr>
              <a:lvl3pPr>
                <a:spcBef>
                  <a:spcPts val="600"/>
                </a:spcBef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2400">
                  <a:solidFill>
                    <a:srgbClr val="000000"/>
                  </a:solidFill>
                  <a:latin typeface="Arial" panose="020B0604020202020204" pitchFamily="34" charset="0"/>
                  <a:ea typeface="Microsoft YaHei" panose="020B0503020204020204" pitchFamily="34" charset="-122"/>
                </a:defRPr>
              </a:lvl3pPr>
              <a:lvl4pPr>
                <a:spcBef>
                  <a:spcPts val="500"/>
                </a:spcBef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2000">
                  <a:solidFill>
                    <a:srgbClr val="000000"/>
                  </a:solidFill>
                  <a:latin typeface="Arial" panose="020B0604020202020204" pitchFamily="34" charset="0"/>
                  <a:ea typeface="Microsoft YaHei" panose="020B0503020204020204" pitchFamily="34" charset="-122"/>
                </a:defRPr>
              </a:lvl4pPr>
              <a:lvl5pPr>
                <a:spcBef>
                  <a:spcPts val="500"/>
                </a:spcBef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2000">
                  <a:solidFill>
                    <a:srgbClr val="000000"/>
                  </a:solidFill>
                  <a:latin typeface="Arial" panose="020B0604020202020204" pitchFamily="34" charset="0"/>
                  <a:ea typeface="Microsoft YaHei" panose="020B0503020204020204" pitchFamily="34" charset="-122"/>
                </a:defRPr>
              </a:lvl5pPr>
              <a:lvl6pPr marL="2514600" indent="-228600" defTabSz="449263" eaLnBrk="0" fontAlgn="base" hangingPunct="0">
                <a:spcBef>
                  <a:spcPts val="50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2000">
                  <a:solidFill>
                    <a:srgbClr val="000000"/>
                  </a:solidFill>
                  <a:latin typeface="Arial" panose="020B0604020202020204" pitchFamily="34" charset="0"/>
                  <a:ea typeface="Microsoft YaHei" panose="020B0503020204020204" pitchFamily="34" charset="-122"/>
                </a:defRPr>
              </a:lvl6pPr>
              <a:lvl7pPr marL="2971800" indent="-228600" defTabSz="449263" eaLnBrk="0" fontAlgn="base" hangingPunct="0">
                <a:spcBef>
                  <a:spcPts val="50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2000">
                  <a:solidFill>
                    <a:srgbClr val="000000"/>
                  </a:solidFill>
                  <a:latin typeface="Arial" panose="020B0604020202020204" pitchFamily="34" charset="0"/>
                  <a:ea typeface="Microsoft YaHei" panose="020B0503020204020204" pitchFamily="34" charset="-122"/>
                </a:defRPr>
              </a:lvl7pPr>
              <a:lvl8pPr marL="3429000" indent="-228600" defTabSz="449263" eaLnBrk="0" fontAlgn="base" hangingPunct="0">
                <a:spcBef>
                  <a:spcPts val="50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2000">
                  <a:solidFill>
                    <a:srgbClr val="000000"/>
                  </a:solidFill>
                  <a:latin typeface="Arial" panose="020B0604020202020204" pitchFamily="34" charset="0"/>
                  <a:ea typeface="Microsoft YaHei" panose="020B0503020204020204" pitchFamily="34" charset="-122"/>
                </a:defRPr>
              </a:lvl8pPr>
              <a:lvl9pPr marL="3886200" indent="-228600" defTabSz="449263" eaLnBrk="0" fontAlgn="base" hangingPunct="0">
                <a:spcBef>
                  <a:spcPts val="50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2000">
                  <a:solidFill>
                    <a:srgbClr val="000000"/>
                  </a:solidFill>
                  <a:latin typeface="Arial" panose="020B0604020202020204" pitchFamily="34" charset="0"/>
                  <a:ea typeface="Microsoft YaHei" panose="020B0503020204020204" pitchFamily="34" charset="-122"/>
                </a:defRPr>
              </a:lvl9pPr>
            </a:lstStyle>
            <a:p>
              <a:pPr>
                <a:spcBef>
                  <a:spcPct val="0"/>
                </a:spcBef>
                <a:buClrTx/>
                <a:buFontTx/>
                <a:buNone/>
                <a:defRPr/>
              </a:pPr>
              <a:endParaRPr lang="pt-BR" altLang="pt-BR" sz="1000" dirty="0">
                <a:latin typeface="Times New Roman" panose="02020603050405020304" pitchFamily="18" charset="0"/>
                <a:cs typeface="+mn-cs"/>
              </a:endParaRPr>
            </a:p>
            <a:p>
              <a:pPr algn="ctr">
                <a:spcBef>
                  <a:spcPct val="0"/>
                </a:spcBef>
                <a:buClrTx/>
                <a:buFontTx/>
                <a:buNone/>
                <a:defRPr/>
              </a:pPr>
              <a:endParaRPr lang="pt-BR" altLang="pt-BR" sz="1400" b="1" dirty="0">
                <a:latin typeface="Times New Roman" panose="02020603050405020304" pitchFamily="18" charset="0"/>
                <a:cs typeface="+mn-cs"/>
              </a:endParaRPr>
            </a:p>
            <a:p>
              <a:pPr algn="ctr">
                <a:spcBef>
                  <a:spcPct val="0"/>
                </a:spcBef>
                <a:buClrTx/>
                <a:buFontTx/>
                <a:buNone/>
                <a:defRPr/>
              </a:pPr>
              <a:r>
                <a:rPr lang="pt-BR" altLang="pt-BR" sz="1400" b="1" dirty="0">
                  <a:latin typeface="Times New Roman" panose="02020603050405020304" pitchFamily="18" charset="0"/>
                  <a:cs typeface="+mn-cs"/>
                </a:rPr>
                <a:t>Algoritmo</a:t>
              </a:r>
            </a:p>
          </p:txBody>
        </p:sp>
        <p:sp>
          <p:nvSpPr>
            <p:cNvPr id="12301" name="Text Box 7"/>
            <p:cNvSpPr txBox="1">
              <a:spLocks noChangeArrowheads="1"/>
            </p:cNvSpPr>
            <p:nvPr/>
          </p:nvSpPr>
          <p:spPr bwMode="auto">
            <a:xfrm>
              <a:off x="2342015" y="1504636"/>
              <a:ext cx="789826" cy="251874"/>
            </a:xfrm>
            <a:prstGeom prst="rect">
              <a:avLst/>
            </a:prstGeom>
            <a:solidFill>
              <a:srgbClr val="FFFFFF"/>
            </a:solidFill>
            <a:ln w="9525">
              <a:noFill/>
              <a:round/>
              <a:headEnd/>
              <a:tailEnd/>
            </a:ln>
            <a:effectLst/>
          </p:spPr>
          <p:txBody>
            <a:bodyPr lIns="90000" tIns="46800" rIns="90000" bIns="46800"/>
            <a:lstStyle/>
            <a:p>
              <a:pPr algn="ctr">
                <a:buSzPct val="10000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pt-BR" altLang="pt-BR" sz="1000" b="1">
                  <a:solidFill>
                    <a:srgbClr val="000000"/>
                  </a:solidFill>
                  <a:ea typeface="Microsoft YaHei" pitchFamily="34" charset="-122"/>
                </a:rPr>
                <a:t>Edição</a:t>
              </a:r>
            </a:p>
          </p:txBody>
        </p:sp>
        <p:sp>
          <p:nvSpPr>
            <p:cNvPr id="12302" name="Line 9"/>
            <p:cNvSpPr>
              <a:spLocks noChangeShapeType="1"/>
            </p:cNvSpPr>
            <p:nvPr/>
          </p:nvSpPr>
          <p:spPr bwMode="auto">
            <a:xfrm flipV="1">
              <a:off x="2328704" y="1802547"/>
              <a:ext cx="729523" cy="14396"/>
            </a:xfrm>
            <a:prstGeom prst="line">
              <a:avLst/>
            </a:prstGeom>
            <a:noFill/>
            <a:ln w="9360" cap="sq">
              <a:solidFill>
                <a:srgbClr val="000000"/>
              </a:solidFill>
              <a:miter lim="800000"/>
              <a:headEnd/>
              <a:tailEnd type="triangle" w="med" len="med"/>
            </a:ln>
            <a:effectLst/>
          </p:spPr>
          <p:txBody>
            <a:bodyPr/>
            <a:lstStyle/>
            <a:p>
              <a:endParaRPr lang="pt-BR"/>
            </a:p>
          </p:txBody>
        </p:sp>
      </p:grpSp>
    </p:spTree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0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Rectangle 1"/>
          <p:cNvSpPr>
            <a:spLocks noGrp="1" noChangeArrowheads="1"/>
          </p:cNvSpPr>
          <p:nvPr>
            <p:ph type="title" idx="4294967295"/>
          </p:nvPr>
        </p:nvSpPr>
        <p:spPr>
          <a:xfrm>
            <a:off x="1173163" y="304800"/>
            <a:ext cx="7772400" cy="381000"/>
          </a:xfrm>
        </p:spPr>
        <p:txBody>
          <a:bodyPr/>
          <a:lstStyle/>
          <a:p>
            <a:pPr>
              <a:buClrTx/>
              <a:buFontTx/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pt-BR" altLang="pt-BR" sz="4000"/>
              <a:t>Etapas para criação de um código</a:t>
            </a:r>
          </a:p>
        </p:txBody>
      </p:sp>
      <p:grpSp>
        <p:nvGrpSpPr>
          <p:cNvPr id="14339" name="Agrupar 1"/>
          <p:cNvGrpSpPr>
            <a:grpSpLocks/>
          </p:cNvGrpSpPr>
          <p:nvPr/>
        </p:nvGrpSpPr>
        <p:grpSpPr bwMode="auto">
          <a:xfrm>
            <a:off x="1173163" y="1557338"/>
            <a:ext cx="7683500" cy="647700"/>
            <a:chOff x="1155130" y="1131034"/>
            <a:chExt cx="7684062" cy="1001822"/>
          </a:xfrm>
        </p:grpSpPr>
        <p:sp>
          <p:nvSpPr>
            <p:cNvPr id="14340" name="Text Box 3"/>
            <p:cNvSpPr txBox="1">
              <a:spLocks noChangeArrowheads="1"/>
            </p:cNvSpPr>
            <p:nvPr/>
          </p:nvSpPr>
          <p:spPr bwMode="auto">
            <a:xfrm>
              <a:off x="4212436" y="1505793"/>
              <a:ext cx="938879" cy="234950"/>
            </a:xfrm>
            <a:prstGeom prst="rect">
              <a:avLst/>
            </a:prstGeom>
            <a:solidFill>
              <a:srgbClr val="FFFFFF"/>
            </a:solidFill>
            <a:ln w="9525">
              <a:noFill/>
              <a:round/>
              <a:headEnd/>
              <a:tailEnd/>
            </a:ln>
            <a:effectLst/>
          </p:spPr>
          <p:txBody>
            <a:bodyPr lIns="90000" tIns="46800" rIns="90000" bIns="46800"/>
            <a:lstStyle/>
            <a:p>
              <a:pPr algn="ctr">
                <a:buSzPct val="10000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pt-BR" altLang="pt-BR" sz="1000" b="1">
                  <a:solidFill>
                    <a:srgbClr val="000000"/>
                  </a:solidFill>
                  <a:ea typeface="Microsoft YaHei" pitchFamily="34" charset="-122"/>
                </a:rPr>
                <a:t>Compilação</a:t>
              </a:r>
            </a:p>
          </p:txBody>
        </p:sp>
        <p:sp>
          <p:nvSpPr>
            <p:cNvPr id="14341" name="Rectangle 4"/>
            <p:cNvSpPr>
              <a:spLocks noChangeArrowheads="1"/>
            </p:cNvSpPr>
            <p:nvPr/>
          </p:nvSpPr>
          <p:spPr bwMode="auto">
            <a:xfrm>
              <a:off x="3131840" y="1143843"/>
              <a:ext cx="1090259" cy="931863"/>
            </a:xfrm>
            <a:prstGeom prst="rect">
              <a:avLst/>
            </a:prstGeom>
            <a:solidFill>
              <a:srgbClr val="CCFFFF"/>
            </a:solidFill>
            <a:ln w="12600" cap="sq">
              <a:solidFill>
                <a:srgbClr val="000000"/>
              </a:solidFill>
              <a:miter lim="800000"/>
              <a:headEnd/>
              <a:tailEnd/>
            </a:ln>
            <a:effectLst/>
          </p:spPr>
          <p:txBody>
            <a:bodyPr lIns="12600" tIns="12600" rIns="12600" bIns="12600"/>
            <a:lstStyle/>
            <a:p>
              <a:pPr>
                <a:buSzPct val="10000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endParaRPr lang="pt-BR" altLang="pt-BR" sz="1400">
                <a:solidFill>
                  <a:srgbClr val="000000"/>
                </a:solidFill>
                <a:ea typeface="Microsoft YaHei" pitchFamily="34" charset="-122"/>
              </a:endParaRPr>
            </a:p>
            <a:p>
              <a:pPr algn="ctr">
                <a:buSzPct val="10000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pt-BR" altLang="pt-BR" sz="1400" b="1">
                  <a:solidFill>
                    <a:srgbClr val="000000"/>
                  </a:solidFill>
                  <a:ea typeface="Microsoft YaHei" pitchFamily="34" charset="-122"/>
                </a:rPr>
                <a:t>Exemplo1.c</a:t>
              </a:r>
            </a:p>
          </p:txBody>
        </p:sp>
        <p:sp>
          <p:nvSpPr>
            <p:cNvPr id="14342" name="Rectangle 5"/>
            <p:cNvSpPr>
              <a:spLocks noChangeArrowheads="1"/>
            </p:cNvSpPr>
            <p:nvPr/>
          </p:nvSpPr>
          <p:spPr bwMode="auto">
            <a:xfrm>
              <a:off x="5437971" y="1147018"/>
              <a:ext cx="1117636" cy="947738"/>
            </a:xfrm>
            <a:prstGeom prst="rect">
              <a:avLst/>
            </a:prstGeom>
            <a:solidFill>
              <a:srgbClr val="FFCC00"/>
            </a:solidFill>
            <a:ln w="12600" cap="sq">
              <a:solidFill>
                <a:srgbClr val="000000"/>
              </a:solidFill>
              <a:miter lim="800000"/>
              <a:headEnd/>
              <a:tailEnd/>
            </a:ln>
            <a:effectLst/>
          </p:spPr>
          <p:txBody>
            <a:bodyPr lIns="12600" tIns="12600" rIns="12600" bIns="12600"/>
            <a:lstStyle/>
            <a:p>
              <a:pPr>
                <a:buSzPct val="10000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endParaRPr lang="pt-BR" altLang="pt-BR" sz="1000" dirty="0">
                <a:solidFill>
                  <a:srgbClr val="000000"/>
                </a:solidFill>
                <a:ea typeface="Microsoft YaHei" pitchFamily="34" charset="-122"/>
              </a:endParaRPr>
            </a:p>
            <a:p>
              <a:pPr algn="ctr">
                <a:buSzPct val="10000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pt-BR" altLang="pt-BR" sz="1400" b="1" dirty="0">
                  <a:solidFill>
                    <a:srgbClr val="000000"/>
                  </a:solidFill>
                  <a:ea typeface="Microsoft YaHei" pitchFamily="34" charset="-122"/>
                </a:rPr>
                <a:t>Exemplo1.o</a:t>
              </a:r>
            </a:p>
          </p:txBody>
        </p:sp>
        <p:sp>
          <p:nvSpPr>
            <p:cNvPr id="14343" name="Rectangle 6"/>
            <p:cNvSpPr>
              <a:spLocks noChangeArrowheads="1"/>
            </p:cNvSpPr>
            <p:nvPr/>
          </p:nvSpPr>
          <p:spPr bwMode="auto">
            <a:xfrm>
              <a:off x="7718335" y="1147018"/>
              <a:ext cx="1120857" cy="985838"/>
            </a:xfrm>
            <a:prstGeom prst="rect">
              <a:avLst/>
            </a:prstGeom>
            <a:solidFill>
              <a:srgbClr val="FFCC99"/>
            </a:solidFill>
            <a:ln w="12600" cap="sq">
              <a:solidFill>
                <a:srgbClr val="000000"/>
              </a:solidFill>
              <a:miter lim="800000"/>
              <a:headEnd/>
              <a:tailEnd/>
            </a:ln>
            <a:effectLst/>
          </p:spPr>
          <p:txBody>
            <a:bodyPr lIns="12600" tIns="12600" rIns="12600" bIns="12600"/>
            <a:lstStyle/>
            <a:p>
              <a:pPr>
                <a:buSzPct val="10000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endParaRPr lang="pt-BR" altLang="pt-BR" sz="1000">
                <a:solidFill>
                  <a:srgbClr val="000000"/>
                </a:solidFill>
                <a:ea typeface="Microsoft YaHei" pitchFamily="34" charset="-122"/>
              </a:endParaRPr>
            </a:p>
            <a:p>
              <a:pPr algn="ctr">
                <a:buSzPct val="10000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pt-BR" altLang="pt-BR" sz="1400" b="1">
                  <a:solidFill>
                    <a:srgbClr val="000000"/>
                  </a:solidFill>
                  <a:ea typeface="Microsoft YaHei" pitchFamily="34" charset="-122"/>
                </a:rPr>
                <a:t>Exemplo1.exe</a:t>
              </a:r>
            </a:p>
          </p:txBody>
        </p:sp>
        <p:sp>
          <p:nvSpPr>
            <p:cNvPr id="14344" name="Text Box 7"/>
            <p:cNvSpPr txBox="1">
              <a:spLocks noChangeArrowheads="1"/>
            </p:cNvSpPr>
            <p:nvPr/>
          </p:nvSpPr>
          <p:spPr bwMode="auto">
            <a:xfrm>
              <a:off x="6624855" y="1507381"/>
              <a:ext cx="946931" cy="265113"/>
            </a:xfrm>
            <a:prstGeom prst="rect">
              <a:avLst/>
            </a:prstGeom>
            <a:solidFill>
              <a:srgbClr val="FFFFFF"/>
            </a:solidFill>
            <a:ln w="9525">
              <a:noFill/>
              <a:round/>
              <a:headEnd/>
              <a:tailEnd/>
            </a:ln>
            <a:effectLst/>
          </p:spPr>
          <p:txBody>
            <a:bodyPr lIns="90000" tIns="46800" rIns="90000" bIns="46800"/>
            <a:lstStyle/>
            <a:p>
              <a:pPr algn="ctr">
                <a:buSzPct val="10000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pt-BR" altLang="pt-BR" sz="1000" b="1">
                  <a:solidFill>
                    <a:srgbClr val="000000"/>
                  </a:solidFill>
                  <a:ea typeface="Microsoft YaHei" pitchFamily="34" charset="-122"/>
                </a:rPr>
                <a:t>LinkEdição</a:t>
              </a:r>
            </a:p>
          </p:txBody>
        </p:sp>
        <p:sp>
          <p:nvSpPr>
            <p:cNvPr id="14345" name="Line 8"/>
            <p:cNvSpPr>
              <a:spLocks noChangeShapeType="1"/>
            </p:cNvSpPr>
            <p:nvPr/>
          </p:nvSpPr>
          <p:spPr bwMode="auto">
            <a:xfrm>
              <a:off x="4338050" y="1816943"/>
              <a:ext cx="845474" cy="1588"/>
            </a:xfrm>
            <a:prstGeom prst="line">
              <a:avLst/>
            </a:prstGeom>
            <a:noFill/>
            <a:ln w="9360" cap="sq">
              <a:solidFill>
                <a:srgbClr val="000000"/>
              </a:solidFill>
              <a:miter lim="800000"/>
              <a:headEnd/>
              <a:tailEnd type="triangle" w="med" len="med"/>
            </a:ln>
            <a:effectLst/>
          </p:spPr>
          <p:txBody>
            <a:bodyPr/>
            <a:lstStyle/>
            <a:p>
              <a:endParaRPr lang="pt-BR"/>
            </a:p>
          </p:txBody>
        </p:sp>
        <p:sp>
          <p:nvSpPr>
            <p:cNvPr id="14346" name="Line 9"/>
            <p:cNvSpPr>
              <a:spLocks noChangeShapeType="1"/>
            </p:cNvSpPr>
            <p:nvPr/>
          </p:nvSpPr>
          <p:spPr bwMode="auto">
            <a:xfrm>
              <a:off x="6624855" y="1816943"/>
              <a:ext cx="946931" cy="1588"/>
            </a:xfrm>
            <a:prstGeom prst="line">
              <a:avLst/>
            </a:prstGeom>
            <a:noFill/>
            <a:ln w="9360" cap="sq">
              <a:solidFill>
                <a:srgbClr val="000000"/>
              </a:solidFill>
              <a:miter lim="800000"/>
              <a:headEnd/>
              <a:tailEnd type="triangle" w="med" len="med"/>
            </a:ln>
            <a:effectLst/>
          </p:spPr>
          <p:txBody>
            <a:bodyPr/>
            <a:lstStyle/>
            <a:p>
              <a:endParaRPr lang="pt-BR"/>
            </a:p>
          </p:txBody>
        </p:sp>
        <p:sp>
          <p:nvSpPr>
            <p:cNvPr id="10" name="Rectangle 5"/>
            <p:cNvSpPr>
              <a:spLocks noChangeArrowheads="1"/>
            </p:cNvSpPr>
            <p:nvPr/>
          </p:nvSpPr>
          <p:spPr bwMode="auto">
            <a:xfrm>
              <a:off x="1155130" y="1131034"/>
              <a:ext cx="1117682" cy="947802"/>
            </a:xfrm>
            <a:prstGeom prst="rect">
              <a:avLst/>
            </a:prstGeom>
            <a:solidFill>
              <a:schemeClr val="accent6">
                <a:lumMod val="20000"/>
                <a:lumOff val="80000"/>
              </a:schemeClr>
            </a:solidFill>
            <a:ln w="12600" cap="sq">
              <a:solidFill>
                <a:srgbClr val="000000"/>
              </a:solidFill>
              <a:miter lim="800000"/>
              <a:headEnd/>
              <a:tailEnd/>
            </a:ln>
            <a:effectLst/>
          </p:spPr>
          <p:txBody>
            <a:bodyPr lIns="12600" tIns="12600" rIns="12600" bIns="12600"/>
            <a:lstStyle>
              <a:lvl1pPr>
                <a:spcBef>
                  <a:spcPts val="800"/>
                </a:spcBef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3200">
                  <a:solidFill>
                    <a:srgbClr val="000000"/>
                  </a:solidFill>
                  <a:latin typeface="Arial" panose="020B0604020202020204" pitchFamily="34" charset="0"/>
                  <a:ea typeface="Microsoft YaHei" panose="020B0503020204020204" pitchFamily="34" charset="-122"/>
                </a:defRPr>
              </a:lvl1pPr>
              <a:lvl2pPr>
                <a:spcBef>
                  <a:spcPts val="700"/>
                </a:spcBef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2800">
                  <a:solidFill>
                    <a:srgbClr val="000000"/>
                  </a:solidFill>
                  <a:latin typeface="Arial" panose="020B0604020202020204" pitchFamily="34" charset="0"/>
                  <a:ea typeface="Microsoft YaHei" panose="020B0503020204020204" pitchFamily="34" charset="-122"/>
                </a:defRPr>
              </a:lvl2pPr>
              <a:lvl3pPr>
                <a:spcBef>
                  <a:spcPts val="600"/>
                </a:spcBef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2400">
                  <a:solidFill>
                    <a:srgbClr val="000000"/>
                  </a:solidFill>
                  <a:latin typeface="Arial" panose="020B0604020202020204" pitchFamily="34" charset="0"/>
                  <a:ea typeface="Microsoft YaHei" panose="020B0503020204020204" pitchFamily="34" charset="-122"/>
                </a:defRPr>
              </a:lvl3pPr>
              <a:lvl4pPr>
                <a:spcBef>
                  <a:spcPts val="500"/>
                </a:spcBef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2000">
                  <a:solidFill>
                    <a:srgbClr val="000000"/>
                  </a:solidFill>
                  <a:latin typeface="Arial" panose="020B0604020202020204" pitchFamily="34" charset="0"/>
                  <a:ea typeface="Microsoft YaHei" panose="020B0503020204020204" pitchFamily="34" charset="-122"/>
                </a:defRPr>
              </a:lvl4pPr>
              <a:lvl5pPr>
                <a:spcBef>
                  <a:spcPts val="500"/>
                </a:spcBef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2000">
                  <a:solidFill>
                    <a:srgbClr val="000000"/>
                  </a:solidFill>
                  <a:latin typeface="Arial" panose="020B0604020202020204" pitchFamily="34" charset="0"/>
                  <a:ea typeface="Microsoft YaHei" panose="020B0503020204020204" pitchFamily="34" charset="-122"/>
                </a:defRPr>
              </a:lvl5pPr>
              <a:lvl6pPr marL="2514600" indent="-228600" defTabSz="449263" eaLnBrk="0" fontAlgn="base" hangingPunct="0">
                <a:spcBef>
                  <a:spcPts val="50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2000">
                  <a:solidFill>
                    <a:srgbClr val="000000"/>
                  </a:solidFill>
                  <a:latin typeface="Arial" panose="020B0604020202020204" pitchFamily="34" charset="0"/>
                  <a:ea typeface="Microsoft YaHei" panose="020B0503020204020204" pitchFamily="34" charset="-122"/>
                </a:defRPr>
              </a:lvl6pPr>
              <a:lvl7pPr marL="2971800" indent="-228600" defTabSz="449263" eaLnBrk="0" fontAlgn="base" hangingPunct="0">
                <a:spcBef>
                  <a:spcPts val="50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2000">
                  <a:solidFill>
                    <a:srgbClr val="000000"/>
                  </a:solidFill>
                  <a:latin typeface="Arial" panose="020B0604020202020204" pitchFamily="34" charset="0"/>
                  <a:ea typeface="Microsoft YaHei" panose="020B0503020204020204" pitchFamily="34" charset="-122"/>
                </a:defRPr>
              </a:lvl7pPr>
              <a:lvl8pPr marL="3429000" indent="-228600" defTabSz="449263" eaLnBrk="0" fontAlgn="base" hangingPunct="0">
                <a:spcBef>
                  <a:spcPts val="50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2000">
                  <a:solidFill>
                    <a:srgbClr val="000000"/>
                  </a:solidFill>
                  <a:latin typeface="Arial" panose="020B0604020202020204" pitchFamily="34" charset="0"/>
                  <a:ea typeface="Microsoft YaHei" panose="020B0503020204020204" pitchFamily="34" charset="-122"/>
                </a:defRPr>
              </a:lvl8pPr>
              <a:lvl9pPr marL="3886200" indent="-228600" defTabSz="449263" eaLnBrk="0" fontAlgn="base" hangingPunct="0">
                <a:spcBef>
                  <a:spcPts val="50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2000">
                  <a:solidFill>
                    <a:srgbClr val="000000"/>
                  </a:solidFill>
                  <a:latin typeface="Arial" panose="020B0604020202020204" pitchFamily="34" charset="0"/>
                  <a:ea typeface="Microsoft YaHei" panose="020B0503020204020204" pitchFamily="34" charset="-122"/>
                </a:defRPr>
              </a:lvl9pPr>
            </a:lstStyle>
            <a:p>
              <a:pPr>
                <a:spcBef>
                  <a:spcPct val="0"/>
                </a:spcBef>
                <a:buClrTx/>
                <a:buFontTx/>
                <a:buNone/>
                <a:defRPr/>
              </a:pPr>
              <a:endParaRPr lang="pt-BR" altLang="pt-BR" sz="1000" dirty="0">
                <a:latin typeface="Times New Roman" panose="02020603050405020304" pitchFamily="18" charset="0"/>
                <a:cs typeface="+mn-cs"/>
              </a:endParaRPr>
            </a:p>
            <a:p>
              <a:pPr algn="ctr">
                <a:spcBef>
                  <a:spcPct val="0"/>
                </a:spcBef>
                <a:buClrTx/>
                <a:buFontTx/>
                <a:buNone/>
                <a:defRPr/>
              </a:pPr>
              <a:r>
                <a:rPr lang="pt-BR" altLang="pt-BR" sz="1400" b="1" dirty="0">
                  <a:latin typeface="Times New Roman" panose="02020603050405020304" pitchFamily="18" charset="0"/>
                  <a:cs typeface="+mn-cs"/>
                </a:rPr>
                <a:t>Algoritmo</a:t>
              </a:r>
            </a:p>
          </p:txBody>
        </p:sp>
        <p:sp>
          <p:nvSpPr>
            <p:cNvPr id="14348" name="Text Box 7"/>
            <p:cNvSpPr txBox="1">
              <a:spLocks noChangeArrowheads="1"/>
            </p:cNvSpPr>
            <p:nvPr/>
          </p:nvSpPr>
          <p:spPr bwMode="auto">
            <a:xfrm>
              <a:off x="2342015" y="1504636"/>
              <a:ext cx="789826" cy="251874"/>
            </a:xfrm>
            <a:prstGeom prst="rect">
              <a:avLst/>
            </a:prstGeom>
            <a:solidFill>
              <a:srgbClr val="FFFFFF"/>
            </a:solidFill>
            <a:ln w="9525">
              <a:noFill/>
              <a:round/>
              <a:headEnd/>
              <a:tailEnd/>
            </a:ln>
            <a:effectLst/>
          </p:spPr>
          <p:txBody>
            <a:bodyPr lIns="90000" tIns="46800" rIns="90000" bIns="46800"/>
            <a:lstStyle/>
            <a:p>
              <a:pPr algn="ctr">
                <a:buSzPct val="10000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pt-BR" altLang="pt-BR" sz="1000" b="1">
                  <a:solidFill>
                    <a:srgbClr val="000000"/>
                  </a:solidFill>
                  <a:ea typeface="Microsoft YaHei" pitchFamily="34" charset="-122"/>
                </a:rPr>
                <a:t>Edição</a:t>
              </a:r>
            </a:p>
          </p:txBody>
        </p:sp>
        <p:sp>
          <p:nvSpPr>
            <p:cNvPr id="14349" name="Line 9"/>
            <p:cNvSpPr>
              <a:spLocks noChangeShapeType="1"/>
            </p:cNvSpPr>
            <p:nvPr/>
          </p:nvSpPr>
          <p:spPr bwMode="auto">
            <a:xfrm flipV="1">
              <a:off x="2328704" y="1802547"/>
              <a:ext cx="729523" cy="14396"/>
            </a:xfrm>
            <a:prstGeom prst="line">
              <a:avLst/>
            </a:prstGeom>
            <a:noFill/>
            <a:ln w="9360" cap="sq">
              <a:solidFill>
                <a:srgbClr val="000000"/>
              </a:solidFill>
              <a:miter lim="800000"/>
              <a:headEnd/>
              <a:tailEnd type="triangle" w="med" len="med"/>
            </a:ln>
            <a:effectLst/>
          </p:spPr>
          <p:txBody>
            <a:bodyPr/>
            <a:lstStyle/>
            <a:p>
              <a:endParaRPr lang="pt-BR"/>
            </a:p>
          </p:txBody>
        </p:sp>
      </p:grpSp>
    </p:spTree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0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Rectangle 1"/>
          <p:cNvSpPr>
            <a:spLocks noGrp="1" noChangeArrowheads="1"/>
          </p:cNvSpPr>
          <p:nvPr>
            <p:ph type="title" idx="4294967295"/>
          </p:nvPr>
        </p:nvSpPr>
        <p:spPr>
          <a:xfrm>
            <a:off x="990600" y="311150"/>
            <a:ext cx="7954963" cy="519113"/>
          </a:xfrm>
        </p:spPr>
        <p:txBody>
          <a:bodyPr>
            <a:spAutoFit/>
          </a:bodyPr>
          <a:lstStyle/>
          <a:p>
            <a:pPr>
              <a:lnSpc>
                <a:spcPct val="100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altLang="pt-BR" sz="2800"/>
              <a:t>Implementação dos Recursos Básicos de Programação</a:t>
            </a:r>
          </a:p>
        </p:txBody>
      </p:sp>
      <p:sp>
        <p:nvSpPr>
          <p:cNvPr id="16387" name="Rectangle 2"/>
          <p:cNvSpPr>
            <a:spLocks noGrp="1" noChangeArrowheads="1"/>
          </p:cNvSpPr>
          <p:nvPr>
            <p:ph type="body" idx="4294967295"/>
          </p:nvPr>
        </p:nvSpPr>
        <p:spPr>
          <a:xfrm>
            <a:off x="1173163" y="914400"/>
            <a:ext cx="7772400" cy="5291138"/>
          </a:xfrm>
        </p:spPr>
        <p:txBody>
          <a:bodyPr>
            <a:spAutoFit/>
          </a:bodyPr>
          <a:lstStyle/>
          <a:p>
            <a:pPr>
              <a:lnSpc>
                <a:spcPct val="100000"/>
              </a:lnSpc>
              <a:tabLst>
                <a:tab pos="911225" algn="l"/>
                <a:tab pos="1825625" algn="l"/>
                <a:tab pos="2740025" algn="l"/>
                <a:tab pos="3654425" algn="l"/>
                <a:tab pos="4568825" algn="l"/>
                <a:tab pos="5483225" algn="l"/>
                <a:tab pos="6397625" algn="l"/>
                <a:tab pos="7312025" algn="l"/>
                <a:tab pos="8226425" algn="l"/>
                <a:tab pos="9140825" algn="l"/>
                <a:tab pos="10055225" algn="l"/>
              </a:tabLst>
            </a:pPr>
            <a:r>
              <a:rPr lang="en-GB" altLang="pt-BR"/>
              <a:t>Criação de Variáveis</a:t>
            </a:r>
          </a:p>
          <a:p>
            <a:pPr>
              <a:lnSpc>
                <a:spcPct val="100000"/>
              </a:lnSpc>
              <a:buFont typeface="Monotype Sorts" charset="2"/>
              <a:buNone/>
              <a:tabLst>
                <a:tab pos="911225" algn="l"/>
                <a:tab pos="1825625" algn="l"/>
                <a:tab pos="2740025" algn="l"/>
                <a:tab pos="3654425" algn="l"/>
                <a:tab pos="4568825" algn="l"/>
                <a:tab pos="5483225" algn="l"/>
                <a:tab pos="6397625" algn="l"/>
                <a:tab pos="7312025" algn="l"/>
                <a:tab pos="8226425" algn="l"/>
                <a:tab pos="9140825" algn="l"/>
                <a:tab pos="10055225" algn="l"/>
              </a:tabLst>
            </a:pPr>
            <a:r>
              <a:rPr lang="en-GB" altLang="pt-BR"/>
              <a:t>   </a:t>
            </a:r>
          </a:p>
          <a:p>
            <a:pPr>
              <a:lnSpc>
                <a:spcPct val="100000"/>
              </a:lnSpc>
              <a:buFont typeface="Monotype Sorts" charset="2"/>
              <a:buNone/>
              <a:tabLst>
                <a:tab pos="911225" algn="l"/>
                <a:tab pos="1825625" algn="l"/>
                <a:tab pos="2740025" algn="l"/>
                <a:tab pos="3654425" algn="l"/>
                <a:tab pos="4568825" algn="l"/>
                <a:tab pos="5483225" algn="l"/>
                <a:tab pos="6397625" algn="l"/>
                <a:tab pos="7312025" algn="l"/>
                <a:tab pos="8226425" algn="l"/>
                <a:tab pos="9140825" algn="l"/>
                <a:tab pos="10055225" algn="l"/>
              </a:tabLst>
            </a:pPr>
            <a:r>
              <a:rPr lang="en-GB" altLang="pt-BR"/>
              <a:t>   </a:t>
            </a:r>
            <a:r>
              <a:rPr lang="en-GB" altLang="pt-BR" sz="2800"/>
              <a:t>Inteiro    </a:t>
            </a:r>
            <a:r>
              <a:rPr lang="en-GB" altLang="pt-BR" b="1">
                <a:solidFill>
                  <a:srgbClr val="FF3300"/>
                </a:solidFill>
              </a:rPr>
              <a:t>:</a:t>
            </a:r>
            <a:r>
              <a:rPr lang="en-GB" altLang="pt-BR" sz="2800"/>
              <a:t> Idade</a:t>
            </a:r>
            <a:r>
              <a:rPr lang="en-GB" altLang="pt-BR" b="1">
                <a:solidFill>
                  <a:srgbClr val="FF3300"/>
                </a:solidFill>
              </a:rPr>
              <a:t>;</a:t>
            </a:r>
          </a:p>
          <a:p>
            <a:pPr>
              <a:lnSpc>
                <a:spcPct val="100000"/>
              </a:lnSpc>
              <a:buFont typeface="Monotype Sorts" charset="2"/>
              <a:buNone/>
              <a:tabLst>
                <a:tab pos="911225" algn="l"/>
                <a:tab pos="1825625" algn="l"/>
                <a:tab pos="2740025" algn="l"/>
                <a:tab pos="3654425" algn="l"/>
                <a:tab pos="4568825" algn="l"/>
                <a:tab pos="5483225" algn="l"/>
                <a:tab pos="6397625" algn="l"/>
                <a:tab pos="7312025" algn="l"/>
                <a:tab pos="8226425" algn="l"/>
                <a:tab pos="9140825" algn="l"/>
                <a:tab pos="10055225" algn="l"/>
              </a:tabLst>
            </a:pPr>
            <a:r>
              <a:rPr lang="en-GB" altLang="pt-BR" sz="2800"/>
              <a:t>   Real       </a:t>
            </a:r>
            <a:r>
              <a:rPr lang="en-GB" altLang="pt-BR" b="1">
                <a:solidFill>
                  <a:srgbClr val="FF3300"/>
                </a:solidFill>
              </a:rPr>
              <a:t>:</a:t>
            </a:r>
            <a:r>
              <a:rPr lang="en-GB" altLang="pt-BR" sz="2800"/>
              <a:t> Salario</a:t>
            </a:r>
            <a:r>
              <a:rPr lang="en-GB" altLang="pt-BR" b="1">
                <a:solidFill>
                  <a:srgbClr val="FF3300"/>
                </a:solidFill>
              </a:rPr>
              <a:t>;</a:t>
            </a:r>
          </a:p>
          <a:p>
            <a:pPr>
              <a:lnSpc>
                <a:spcPct val="100000"/>
              </a:lnSpc>
              <a:buFont typeface="Monotype Sorts" charset="2"/>
              <a:buNone/>
              <a:tabLst>
                <a:tab pos="911225" algn="l"/>
                <a:tab pos="1825625" algn="l"/>
                <a:tab pos="2740025" algn="l"/>
                <a:tab pos="3654425" algn="l"/>
                <a:tab pos="4568825" algn="l"/>
                <a:tab pos="5483225" algn="l"/>
                <a:tab pos="6397625" algn="l"/>
                <a:tab pos="7312025" algn="l"/>
                <a:tab pos="8226425" algn="l"/>
                <a:tab pos="9140825" algn="l"/>
                <a:tab pos="10055225" algn="l"/>
              </a:tabLst>
            </a:pPr>
            <a:r>
              <a:rPr lang="en-GB" altLang="pt-BR" sz="2800"/>
              <a:t>   Caracter </a:t>
            </a:r>
            <a:r>
              <a:rPr lang="en-GB" altLang="pt-BR" b="1">
                <a:solidFill>
                  <a:srgbClr val="FF3300"/>
                </a:solidFill>
              </a:rPr>
              <a:t>:</a:t>
            </a:r>
            <a:r>
              <a:rPr lang="en-GB" altLang="pt-BR" sz="2800"/>
              <a:t> Sexo</a:t>
            </a:r>
            <a:r>
              <a:rPr lang="en-GB" altLang="pt-BR" b="1">
                <a:solidFill>
                  <a:srgbClr val="FF3300"/>
                </a:solidFill>
              </a:rPr>
              <a:t>;</a:t>
            </a:r>
            <a:r>
              <a:rPr lang="en-GB" altLang="pt-BR"/>
              <a:t> </a:t>
            </a:r>
          </a:p>
          <a:p>
            <a:pPr>
              <a:lnSpc>
                <a:spcPct val="100000"/>
              </a:lnSpc>
              <a:buFont typeface="Monotype Sorts" charset="2"/>
              <a:buNone/>
              <a:tabLst>
                <a:tab pos="911225" algn="l"/>
                <a:tab pos="1825625" algn="l"/>
                <a:tab pos="2740025" algn="l"/>
                <a:tab pos="3654425" algn="l"/>
                <a:tab pos="4568825" algn="l"/>
                <a:tab pos="5483225" algn="l"/>
                <a:tab pos="6397625" algn="l"/>
                <a:tab pos="7312025" algn="l"/>
                <a:tab pos="8226425" algn="l"/>
                <a:tab pos="9140825" algn="l"/>
                <a:tab pos="10055225" algn="l"/>
              </a:tabLst>
            </a:pPr>
            <a:r>
              <a:rPr lang="en-GB" altLang="pt-BR"/>
              <a:t>   </a:t>
            </a:r>
          </a:p>
          <a:p>
            <a:pPr>
              <a:lnSpc>
                <a:spcPct val="100000"/>
              </a:lnSpc>
              <a:buFont typeface="Monotype Sorts" charset="2"/>
              <a:buNone/>
              <a:tabLst>
                <a:tab pos="911225" algn="l"/>
                <a:tab pos="1825625" algn="l"/>
                <a:tab pos="2740025" algn="l"/>
                <a:tab pos="3654425" algn="l"/>
                <a:tab pos="4568825" algn="l"/>
                <a:tab pos="5483225" algn="l"/>
                <a:tab pos="6397625" algn="l"/>
                <a:tab pos="7312025" algn="l"/>
                <a:tab pos="8226425" algn="l"/>
                <a:tab pos="9140825" algn="l"/>
                <a:tab pos="10055225" algn="l"/>
              </a:tabLst>
            </a:pPr>
            <a:r>
              <a:rPr lang="en-GB" altLang="pt-BR"/>
              <a:t>   i</a:t>
            </a:r>
            <a:r>
              <a:rPr lang="en-GB" altLang="pt-BR" sz="2800"/>
              <a:t>nt       Idade</a:t>
            </a:r>
            <a:r>
              <a:rPr lang="en-GB" altLang="pt-BR" b="1">
                <a:solidFill>
                  <a:srgbClr val="FF3300"/>
                </a:solidFill>
              </a:rPr>
              <a:t>;</a:t>
            </a:r>
          </a:p>
          <a:p>
            <a:pPr>
              <a:lnSpc>
                <a:spcPct val="100000"/>
              </a:lnSpc>
              <a:buFont typeface="Monotype Sorts" charset="2"/>
              <a:buNone/>
              <a:tabLst>
                <a:tab pos="911225" algn="l"/>
                <a:tab pos="1825625" algn="l"/>
                <a:tab pos="2740025" algn="l"/>
                <a:tab pos="3654425" algn="l"/>
                <a:tab pos="4568825" algn="l"/>
                <a:tab pos="5483225" algn="l"/>
                <a:tab pos="6397625" algn="l"/>
                <a:tab pos="7312025" algn="l"/>
                <a:tab pos="8226425" algn="l"/>
                <a:tab pos="9140825" algn="l"/>
                <a:tab pos="10055225" algn="l"/>
              </a:tabLst>
            </a:pPr>
            <a:r>
              <a:rPr lang="en-GB" altLang="pt-BR" sz="2800"/>
              <a:t>   float    Salario</a:t>
            </a:r>
            <a:r>
              <a:rPr lang="en-GB" altLang="pt-BR" b="1">
                <a:solidFill>
                  <a:srgbClr val="FF3300"/>
                </a:solidFill>
              </a:rPr>
              <a:t>;</a:t>
            </a:r>
          </a:p>
          <a:p>
            <a:pPr>
              <a:lnSpc>
                <a:spcPct val="100000"/>
              </a:lnSpc>
              <a:buFont typeface="Monotype Sorts" charset="2"/>
              <a:buNone/>
              <a:tabLst>
                <a:tab pos="911225" algn="l"/>
                <a:tab pos="1825625" algn="l"/>
                <a:tab pos="2740025" algn="l"/>
                <a:tab pos="3654425" algn="l"/>
                <a:tab pos="4568825" algn="l"/>
                <a:tab pos="5483225" algn="l"/>
                <a:tab pos="6397625" algn="l"/>
                <a:tab pos="7312025" algn="l"/>
                <a:tab pos="8226425" algn="l"/>
                <a:tab pos="9140825" algn="l"/>
                <a:tab pos="10055225" algn="l"/>
              </a:tabLst>
            </a:pPr>
            <a:r>
              <a:rPr lang="en-GB" altLang="pt-BR" sz="2800"/>
              <a:t>   char    Sexo</a:t>
            </a:r>
            <a:r>
              <a:rPr lang="en-GB" altLang="pt-BR" b="1">
                <a:solidFill>
                  <a:srgbClr val="FF3300"/>
                </a:solidFill>
              </a:rPr>
              <a:t>;</a:t>
            </a:r>
            <a:r>
              <a:rPr lang="en-GB" altLang="pt-BR"/>
              <a:t>   </a:t>
            </a:r>
          </a:p>
        </p:txBody>
      </p:sp>
      <p:sp>
        <p:nvSpPr>
          <p:cNvPr id="16388" name="Line 3"/>
          <p:cNvSpPr>
            <a:spLocks noChangeShapeType="1"/>
          </p:cNvSpPr>
          <p:nvPr/>
        </p:nvSpPr>
        <p:spPr bwMode="auto">
          <a:xfrm>
            <a:off x="1295400" y="4114800"/>
            <a:ext cx="7315200" cy="1588"/>
          </a:xfrm>
          <a:prstGeom prst="line">
            <a:avLst/>
          </a:prstGeom>
          <a:noFill/>
          <a:ln w="76320">
            <a:solidFill>
              <a:srgbClr val="FFCC00"/>
            </a:solidFill>
            <a:miter lim="800000"/>
            <a:headEnd/>
            <a:tailEnd/>
          </a:ln>
          <a:effectLst/>
        </p:spPr>
        <p:txBody>
          <a:bodyPr/>
          <a:lstStyle/>
          <a:p>
            <a:endParaRPr lang="pt-BR"/>
          </a:p>
        </p:txBody>
      </p:sp>
    </p:spTree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0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Rectangle 1025"/>
          <p:cNvSpPr>
            <a:spLocks noGrp="1" noChangeArrowheads="1"/>
          </p:cNvSpPr>
          <p:nvPr>
            <p:ph type="title" idx="4294967295"/>
          </p:nvPr>
        </p:nvSpPr>
        <p:spPr>
          <a:xfrm>
            <a:off x="990600" y="160338"/>
            <a:ext cx="7954963" cy="519112"/>
          </a:xfrm>
        </p:spPr>
        <p:txBody>
          <a:bodyPr>
            <a:spAutoFit/>
          </a:bodyPr>
          <a:lstStyle/>
          <a:p>
            <a:pPr>
              <a:lnSpc>
                <a:spcPct val="100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altLang="pt-BR" sz="2800"/>
              <a:t>Implementação dos Recursos Básicos de Programação</a:t>
            </a:r>
          </a:p>
        </p:txBody>
      </p:sp>
      <p:sp>
        <p:nvSpPr>
          <p:cNvPr id="18435" name="Rectangle 1026"/>
          <p:cNvSpPr>
            <a:spLocks noGrp="1" noChangeArrowheads="1"/>
          </p:cNvSpPr>
          <p:nvPr>
            <p:ph type="body" idx="4294967295"/>
          </p:nvPr>
        </p:nvSpPr>
        <p:spPr>
          <a:xfrm>
            <a:off x="1173163" y="838200"/>
            <a:ext cx="7772400" cy="5700713"/>
          </a:xfrm>
        </p:spPr>
        <p:txBody>
          <a:bodyPr>
            <a:spAutoFit/>
          </a:bodyPr>
          <a:lstStyle/>
          <a:p>
            <a:pPr>
              <a:lnSpc>
                <a:spcPct val="100000"/>
              </a:lnSpc>
              <a:tabLst>
                <a:tab pos="911225" algn="l"/>
                <a:tab pos="1825625" algn="l"/>
                <a:tab pos="2740025" algn="l"/>
                <a:tab pos="3654425" algn="l"/>
                <a:tab pos="4568825" algn="l"/>
                <a:tab pos="5483225" algn="l"/>
                <a:tab pos="6397625" algn="l"/>
                <a:tab pos="7312025" algn="l"/>
                <a:tab pos="8226425" algn="l"/>
                <a:tab pos="9140825" algn="l"/>
                <a:tab pos="10055225" algn="l"/>
              </a:tabLst>
            </a:pPr>
            <a:r>
              <a:rPr lang="en-GB" altLang="pt-BR"/>
              <a:t>Operadores</a:t>
            </a:r>
          </a:p>
          <a:p>
            <a:pPr lvl="1">
              <a:lnSpc>
                <a:spcPct val="100000"/>
              </a:lnSpc>
              <a:buFont typeface="Arial" charset="0"/>
              <a:buNone/>
              <a:tabLst>
                <a:tab pos="911225" algn="l"/>
                <a:tab pos="1825625" algn="l"/>
                <a:tab pos="2740025" algn="l"/>
                <a:tab pos="3654425" algn="l"/>
                <a:tab pos="4568825" algn="l"/>
                <a:tab pos="5483225" algn="l"/>
                <a:tab pos="6397625" algn="l"/>
                <a:tab pos="7312025" algn="l"/>
                <a:tab pos="8226425" algn="l"/>
                <a:tab pos="9140825" algn="l"/>
                <a:tab pos="10055225" algn="l"/>
              </a:tabLst>
            </a:pPr>
            <a:r>
              <a:rPr lang="en-GB" altLang="pt-BR"/>
              <a:t>- Atribuição:           </a:t>
            </a:r>
          </a:p>
          <a:p>
            <a:pPr lvl="1">
              <a:lnSpc>
                <a:spcPct val="100000"/>
              </a:lnSpc>
              <a:spcBef>
                <a:spcPts val="1350"/>
              </a:spcBef>
              <a:buClr>
                <a:srgbClr val="FF3300"/>
              </a:buClr>
              <a:buFont typeface="Arial" charset="0"/>
              <a:buNone/>
              <a:tabLst>
                <a:tab pos="911225" algn="l"/>
                <a:tab pos="1825625" algn="l"/>
                <a:tab pos="2740025" algn="l"/>
                <a:tab pos="3654425" algn="l"/>
                <a:tab pos="4568825" algn="l"/>
                <a:tab pos="5483225" algn="l"/>
                <a:tab pos="6397625" algn="l"/>
                <a:tab pos="7312025" algn="l"/>
                <a:tab pos="8226425" algn="l"/>
                <a:tab pos="9140825" algn="l"/>
                <a:tab pos="10055225" algn="l"/>
              </a:tabLst>
            </a:pPr>
            <a:r>
              <a:rPr lang="en-GB" altLang="pt-BR" sz="5400">
                <a:solidFill>
                  <a:srgbClr val="FF3300"/>
                </a:solidFill>
              </a:rPr>
              <a:t>        </a:t>
            </a:r>
            <a:r>
              <a:rPr lang="en-GB" altLang="pt-BR" sz="5400">
                <a:solidFill>
                  <a:srgbClr val="FF3300"/>
                </a:solidFill>
                <a:latin typeface="Symbol" pitchFamily="18" charset="2"/>
              </a:rPr>
              <a:t></a:t>
            </a:r>
            <a:r>
              <a:rPr lang="en-GB" altLang="pt-BR" sz="5400">
                <a:solidFill>
                  <a:srgbClr val="FF3300"/>
                </a:solidFill>
              </a:rPr>
              <a:t>       </a:t>
            </a:r>
            <a:r>
              <a:rPr lang="en-GB" altLang="pt-BR" sz="5400">
                <a:solidFill>
                  <a:srgbClr val="008000"/>
                </a:solidFill>
              </a:rPr>
              <a:t>=</a:t>
            </a:r>
          </a:p>
          <a:p>
            <a:pPr lvl="1">
              <a:lnSpc>
                <a:spcPct val="100000"/>
              </a:lnSpc>
              <a:buFont typeface="Arial" charset="0"/>
              <a:buNone/>
              <a:tabLst>
                <a:tab pos="911225" algn="l"/>
                <a:tab pos="1825625" algn="l"/>
                <a:tab pos="2740025" algn="l"/>
                <a:tab pos="3654425" algn="l"/>
                <a:tab pos="4568825" algn="l"/>
                <a:tab pos="5483225" algn="l"/>
                <a:tab pos="6397625" algn="l"/>
                <a:tab pos="7312025" algn="l"/>
                <a:tab pos="8226425" algn="l"/>
                <a:tab pos="9140825" algn="l"/>
                <a:tab pos="10055225" algn="l"/>
              </a:tabLst>
            </a:pPr>
            <a:r>
              <a:rPr lang="en-GB" altLang="pt-BR"/>
              <a:t>- Aritméticos:</a:t>
            </a:r>
          </a:p>
          <a:p>
            <a:pPr lvl="1">
              <a:lnSpc>
                <a:spcPct val="100000"/>
              </a:lnSpc>
              <a:buFont typeface="Arial" charset="0"/>
              <a:buNone/>
              <a:tabLst>
                <a:tab pos="911225" algn="l"/>
                <a:tab pos="1825625" algn="l"/>
                <a:tab pos="2740025" algn="l"/>
                <a:tab pos="3654425" algn="l"/>
                <a:tab pos="4568825" algn="l"/>
                <a:tab pos="5483225" algn="l"/>
                <a:tab pos="6397625" algn="l"/>
                <a:tab pos="7312025" algn="l"/>
                <a:tab pos="8226425" algn="l"/>
                <a:tab pos="9140825" algn="l"/>
                <a:tab pos="10055225" algn="l"/>
              </a:tabLst>
            </a:pPr>
            <a:r>
              <a:rPr lang="en-GB" altLang="pt-BR"/>
              <a:t> 	</a:t>
            </a:r>
            <a:r>
              <a:rPr lang="en-GB" altLang="pt-BR" b="1"/>
              <a:t>		  </a:t>
            </a:r>
            <a:r>
              <a:rPr lang="en-GB" altLang="pt-BR" b="1">
                <a:solidFill>
                  <a:srgbClr val="FF3300"/>
                </a:solidFill>
              </a:rPr>
              <a:t>+   		    </a:t>
            </a:r>
            <a:r>
              <a:rPr lang="en-GB" altLang="pt-BR" b="1">
                <a:solidFill>
                  <a:srgbClr val="008000"/>
                </a:solidFill>
              </a:rPr>
              <a:t>+</a:t>
            </a:r>
            <a:r>
              <a:rPr lang="en-GB" altLang="pt-BR" b="1">
                <a:solidFill>
                  <a:srgbClr val="FF3300"/>
                </a:solidFill>
              </a:rPr>
              <a:t>         </a:t>
            </a:r>
          </a:p>
          <a:p>
            <a:pPr lvl="1">
              <a:lnSpc>
                <a:spcPct val="100000"/>
              </a:lnSpc>
              <a:buClr>
                <a:srgbClr val="FF3300"/>
              </a:buClr>
              <a:buFont typeface="Arial" charset="0"/>
              <a:buNone/>
              <a:tabLst>
                <a:tab pos="911225" algn="l"/>
                <a:tab pos="1825625" algn="l"/>
                <a:tab pos="2740025" algn="l"/>
                <a:tab pos="3654425" algn="l"/>
                <a:tab pos="4568825" algn="l"/>
                <a:tab pos="5483225" algn="l"/>
                <a:tab pos="6397625" algn="l"/>
                <a:tab pos="7312025" algn="l"/>
                <a:tab pos="8226425" algn="l"/>
                <a:tab pos="9140825" algn="l"/>
                <a:tab pos="10055225" algn="l"/>
              </a:tabLst>
            </a:pPr>
            <a:r>
              <a:rPr lang="en-GB" altLang="pt-BR" b="1">
                <a:solidFill>
                  <a:srgbClr val="FF3300"/>
                </a:solidFill>
              </a:rPr>
              <a:t> 			  - 		    </a:t>
            </a:r>
            <a:r>
              <a:rPr lang="en-GB" altLang="pt-BR" b="1">
                <a:solidFill>
                  <a:srgbClr val="008000"/>
                </a:solidFill>
              </a:rPr>
              <a:t>-</a:t>
            </a:r>
          </a:p>
          <a:p>
            <a:pPr lvl="1">
              <a:lnSpc>
                <a:spcPct val="100000"/>
              </a:lnSpc>
              <a:buClr>
                <a:srgbClr val="FF3300"/>
              </a:buClr>
              <a:buFont typeface="Arial" charset="0"/>
              <a:buNone/>
              <a:tabLst>
                <a:tab pos="911225" algn="l"/>
                <a:tab pos="1825625" algn="l"/>
                <a:tab pos="2740025" algn="l"/>
                <a:tab pos="3654425" algn="l"/>
                <a:tab pos="4568825" algn="l"/>
                <a:tab pos="5483225" algn="l"/>
                <a:tab pos="6397625" algn="l"/>
                <a:tab pos="7312025" algn="l"/>
                <a:tab pos="8226425" algn="l"/>
                <a:tab pos="9140825" algn="l"/>
                <a:tab pos="10055225" algn="l"/>
              </a:tabLst>
            </a:pPr>
            <a:r>
              <a:rPr lang="en-GB" altLang="pt-BR" b="1">
                <a:solidFill>
                  <a:srgbClr val="FF3300"/>
                </a:solidFill>
              </a:rPr>
              <a:t> 			  *		    </a:t>
            </a:r>
            <a:r>
              <a:rPr lang="en-GB" altLang="pt-BR" b="1">
                <a:solidFill>
                  <a:srgbClr val="008000"/>
                </a:solidFill>
              </a:rPr>
              <a:t>*</a:t>
            </a:r>
          </a:p>
          <a:p>
            <a:pPr lvl="1">
              <a:lnSpc>
                <a:spcPct val="100000"/>
              </a:lnSpc>
              <a:buClr>
                <a:srgbClr val="FF3300"/>
              </a:buClr>
              <a:buFont typeface="Arial" charset="0"/>
              <a:buNone/>
              <a:tabLst>
                <a:tab pos="911225" algn="l"/>
                <a:tab pos="1825625" algn="l"/>
                <a:tab pos="2740025" algn="l"/>
                <a:tab pos="3654425" algn="l"/>
                <a:tab pos="4568825" algn="l"/>
                <a:tab pos="5483225" algn="l"/>
                <a:tab pos="6397625" algn="l"/>
                <a:tab pos="7312025" algn="l"/>
                <a:tab pos="8226425" algn="l"/>
                <a:tab pos="9140825" algn="l"/>
                <a:tab pos="10055225" algn="l"/>
              </a:tabLst>
            </a:pPr>
            <a:r>
              <a:rPr lang="en-GB" altLang="pt-BR" b="1">
                <a:solidFill>
                  <a:srgbClr val="FF3300"/>
                </a:solidFill>
              </a:rPr>
              <a:t>	  	  /		    </a:t>
            </a:r>
            <a:r>
              <a:rPr lang="en-GB" altLang="pt-BR" b="1">
                <a:solidFill>
                  <a:srgbClr val="008000"/>
                </a:solidFill>
              </a:rPr>
              <a:t>/</a:t>
            </a:r>
          </a:p>
          <a:p>
            <a:pPr lvl="1">
              <a:lnSpc>
                <a:spcPct val="100000"/>
              </a:lnSpc>
              <a:buClr>
                <a:srgbClr val="FF3300"/>
              </a:buClr>
              <a:buFont typeface="Arial" charset="0"/>
              <a:buNone/>
              <a:tabLst>
                <a:tab pos="911225" algn="l"/>
                <a:tab pos="1825625" algn="l"/>
                <a:tab pos="2740025" algn="l"/>
                <a:tab pos="3654425" algn="l"/>
                <a:tab pos="4568825" algn="l"/>
                <a:tab pos="5483225" algn="l"/>
                <a:tab pos="6397625" algn="l"/>
                <a:tab pos="7312025" algn="l"/>
                <a:tab pos="8226425" algn="l"/>
                <a:tab pos="9140825" algn="l"/>
                <a:tab pos="10055225" algn="l"/>
              </a:tabLst>
            </a:pPr>
            <a:r>
              <a:rPr lang="en-GB" altLang="pt-BR" b="1">
                <a:solidFill>
                  <a:srgbClr val="FF3300"/>
                </a:solidFill>
              </a:rPr>
              <a:t>		        div		   </a:t>
            </a:r>
            <a:r>
              <a:rPr lang="en-GB" altLang="pt-BR" b="1">
                <a:solidFill>
                  <a:srgbClr val="008000"/>
                </a:solidFill>
              </a:rPr>
              <a:t> /</a:t>
            </a:r>
            <a:r>
              <a:rPr lang="en-GB" altLang="pt-BR" b="1">
                <a:solidFill>
                  <a:srgbClr val="FF3300"/>
                </a:solidFill>
              </a:rPr>
              <a:t>	</a:t>
            </a:r>
          </a:p>
          <a:p>
            <a:pPr lvl="1">
              <a:lnSpc>
                <a:spcPct val="100000"/>
              </a:lnSpc>
              <a:buClr>
                <a:srgbClr val="FF3300"/>
              </a:buClr>
              <a:buFont typeface="Arial" charset="0"/>
              <a:buNone/>
              <a:tabLst>
                <a:tab pos="911225" algn="l"/>
                <a:tab pos="1825625" algn="l"/>
                <a:tab pos="2740025" algn="l"/>
                <a:tab pos="3654425" algn="l"/>
                <a:tab pos="4568825" algn="l"/>
                <a:tab pos="5483225" algn="l"/>
                <a:tab pos="6397625" algn="l"/>
                <a:tab pos="7312025" algn="l"/>
                <a:tab pos="8226425" algn="l"/>
                <a:tab pos="9140825" algn="l"/>
                <a:tab pos="10055225" algn="l"/>
              </a:tabLst>
            </a:pPr>
            <a:r>
              <a:rPr lang="en-GB" altLang="pt-BR" b="1">
                <a:solidFill>
                  <a:srgbClr val="FF3300"/>
                </a:solidFill>
              </a:rPr>
              <a:t>   	        mod</a:t>
            </a:r>
            <a:r>
              <a:rPr lang="en-GB" altLang="pt-BR"/>
              <a:t>       	   </a:t>
            </a:r>
            <a:r>
              <a:rPr lang="en-GB" altLang="pt-BR" b="1">
                <a:solidFill>
                  <a:srgbClr val="008000"/>
                </a:solidFill>
              </a:rPr>
              <a:t>%</a:t>
            </a:r>
            <a:r>
              <a:rPr lang="en-GB" altLang="pt-BR"/>
              <a:t>	</a:t>
            </a:r>
          </a:p>
        </p:txBody>
      </p:sp>
    </p:spTree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0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Rectangle 1"/>
          <p:cNvSpPr>
            <a:spLocks noGrp="1" noChangeArrowheads="1"/>
          </p:cNvSpPr>
          <p:nvPr>
            <p:ph type="title" idx="4294967295"/>
          </p:nvPr>
        </p:nvSpPr>
        <p:spPr>
          <a:xfrm>
            <a:off x="990600" y="160338"/>
            <a:ext cx="7954963" cy="519112"/>
          </a:xfrm>
        </p:spPr>
        <p:txBody>
          <a:bodyPr>
            <a:spAutoFit/>
          </a:bodyPr>
          <a:lstStyle/>
          <a:p>
            <a:pPr>
              <a:lnSpc>
                <a:spcPct val="100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altLang="pt-BR" sz="2800"/>
              <a:t>Implementação dos Recursos Básicos de Programação</a:t>
            </a:r>
          </a:p>
        </p:txBody>
      </p:sp>
      <p:sp>
        <p:nvSpPr>
          <p:cNvPr id="20483" name="Rectangle 2"/>
          <p:cNvSpPr>
            <a:spLocks noGrp="1" noChangeArrowheads="1"/>
          </p:cNvSpPr>
          <p:nvPr>
            <p:ph type="body" idx="4294967295"/>
          </p:nvPr>
        </p:nvSpPr>
        <p:spPr>
          <a:xfrm>
            <a:off x="1173163" y="838200"/>
            <a:ext cx="7772400" cy="5521325"/>
          </a:xfrm>
        </p:spPr>
        <p:txBody>
          <a:bodyPr>
            <a:spAutoFit/>
          </a:bodyPr>
          <a:lstStyle/>
          <a:p>
            <a:pPr>
              <a:lnSpc>
                <a:spcPct val="100000"/>
              </a:lnSpc>
              <a:spcBef>
                <a:spcPts val="600"/>
              </a:spcBef>
              <a:tabLst>
                <a:tab pos="911225" algn="l"/>
                <a:tab pos="1825625" algn="l"/>
                <a:tab pos="2740025" algn="l"/>
                <a:tab pos="3654425" algn="l"/>
                <a:tab pos="4568825" algn="l"/>
                <a:tab pos="5483225" algn="l"/>
                <a:tab pos="6397625" algn="l"/>
                <a:tab pos="7312025" algn="l"/>
                <a:tab pos="8226425" algn="l"/>
                <a:tab pos="9140825" algn="l"/>
                <a:tab pos="10055225" algn="l"/>
              </a:tabLst>
            </a:pPr>
            <a:r>
              <a:rPr lang="en-GB" altLang="pt-BR" sz="2400"/>
              <a:t>Comando de Entrada</a:t>
            </a:r>
          </a:p>
          <a:p>
            <a:pPr lvl="1">
              <a:lnSpc>
                <a:spcPct val="100000"/>
              </a:lnSpc>
              <a:buFont typeface="Arial" charset="0"/>
              <a:buNone/>
              <a:tabLst>
                <a:tab pos="911225" algn="l"/>
                <a:tab pos="1825625" algn="l"/>
                <a:tab pos="2740025" algn="l"/>
                <a:tab pos="3654425" algn="l"/>
                <a:tab pos="4568825" algn="l"/>
                <a:tab pos="5483225" algn="l"/>
                <a:tab pos="6397625" algn="l"/>
                <a:tab pos="7312025" algn="l"/>
                <a:tab pos="8226425" algn="l"/>
                <a:tab pos="9140825" algn="l"/>
                <a:tab pos="10055225" algn="l"/>
              </a:tabLst>
            </a:pPr>
            <a:endParaRPr lang="en-GB" altLang="pt-BR"/>
          </a:p>
          <a:p>
            <a:pPr lvl="1">
              <a:lnSpc>
                <a:spcPct val="100000"/>
              </a:lnSpc>
              <a:spcBef>
                <a:spcPts val="1000"/>
              </a:spcBef>
              <a:buClr>
                <a:srgbClr val="FF3300"/>
              </a:buClr>
              <a:buFont typeface="Arial" charset="0"/>
              <a:buNone/>
              <a:tabLst>
                <a:tab pos="911225" algn="l"/>
                <a:tab pos="1825625" algn="l"/>
                <a:tab pos="2740025" algn="l"/>
                <a:tab pos="3654425" algn="l"/>
                <a:tab pos="4568825" algn="l"/>
                <a:tab pos="5483225" algn="l"/>
                <a:tab pos="6397625" algn="l"/>
                <a:tab pos="7312025" algn="l"/>
                <a:tab pos="8226425" algn="l"/>
                <a:tab pos="9140825" algn="l"/>
                <a:tab pos="10055225" algn="l"/>
              </a:tabLst>
            </a:pPr>
            <a:r>
              <a:rPr lang="en-GB" altLang="pt-BR" sz="4000" b="1">
                <a:solidFill>
                  <a:srgbClr val="FF3300"/>
                </a:solidFill>
              </a:rPr>
              <a:t>Leia(</a:t>
            </a:r>
            <a:r>
              <a:rPr lang="en-GB" altLang="pt-BR" b="1"/>
              <a:t>Idade</a:t>
            </a:r>
            <a:r>
              <a:rPr lang="en-GB" altLang="pt-BR" sz="4000" b="1">
                <a:solidFill>
                  <a:srgbClr val="FF3300"/>
                </a:solidFill>
              </a:rPr>
              <a:t>);</a:t>
            </a:r>
          </a:p>
          <a:p>
            <a:pPr lvl="1">
              <a:lnSpc>
                <a:spcPct val="100000"/>
              </a:lnSpc>
              <a:spcBef>
                <a:spcPts val="1000"/>
              </a:spcBef>
              <a:buClr>
                <a:srgbClr val="FF3300"/>
              </a:buClr>
              <a:buFont typeface="Arial" charset="0"/>
              <a:buNone/>
              <a:tabLst>
                <a:tab pos="911225" algn="l"/>
                <a:tab pos="1825625" algn="l"/>
                <a:tab pos="2740025" algn="l"/>
                <a:tab pos="3654425" algn="l"/>
                <a:tab pos="4568825" algn="l"/>
                <a:tab pos="5483225" algn="l"/>
                <a:tab pos="6397625" algn="l"/>
                <a:tab pos="7312025" algn="l"/>
                <a:tab pos="8226425" algn="l"/>
                <a:tab pos="9140825" algn="l"/>
                <a:tab pos="10055225" algn="l"/>
              </a:tabLst>
            </a:pPr>
            <a:endParaRPr lang="en-GB" altLang="pt-BR" sz="4000" b="1">
              <a:solidFill>
                <a:srgbClr val="FF3300"/>
              </a:solidFill>
            </a:endParaRPr>
          </a:p>
          <a:p>
            <a:pPr lvl="1">
              <a:lnSpc>
                <a:spcPct val="100000"/>
              </a:lnSpc>
              <a:spcBef>
                <a:spcPts val="1000"/>
              </a:spcBef>
              <a:buClr>
                <a:srgbClr val="FF3300"/>
              </a:buClr>
              <a:buFont typeface="Arial" charset="0"/>
              <a:buNone/>
              <a:tabLst>
                <a:tab pos="911225" algn="l"/>
                <a:tab pos="1825625" algn="l"/>
                <a:tab pos="2740025" algn="l"/>
                <a:tab pos="3654425" algn="l"/>
                <a:tab pos="4568825" algn="l"/>
                <a:tab pos="5483225" algn="l"/>
                <a:tab pos="6397625" algn="l"/>
                <a:tab pos="7312025" algn="l"/>
                <a:tab pos="8226425" algn="l"/>
                <a:tab pos="9140825" algn="l"/>
                <a:tab pos="10055225" algn="l"/>
              </a:tabLst>
            </a:pPr>
            <a:r>
              <a:rPr lang="en-GB" altLang="pt-BR" sz="4000" b="1">
                <a:solidFill>
                  <a:srgbClr val="FF3300"/>
                </a:solidFill>
              </a:rPr>
              <a:t>scanf(“</a:t>
            </a:r>
            <a:r>
              <a:rPr lang="en-GB" altLang="pt-BR" b="1"/>
              <a:t>%i</a:t>
            </a:r>
            <a:r>
              <a:rPr lang="en-GB" altLang="pt-BR" sz="4000" b="1">
                <a:solidFill>
                  <a:srgbClr val="FF3300"/>
                </a:solidFill>
              </a:rPr>
              <a:t>”, &amp;</a:t>
            </a:r>
            <a:r>
              <a:rPr lang="en-GB" altLang="pt-BR" b="1"/>
              <a:t>Idade</a:t>
            </a:r>
            <a:r>
              <a:rPr lang="en-GB" altLang="pt-BR" sz="4000" b="1">
                <a:solidFill>
                  <a:srgbClr val="FF3300"/>
                </a:solidFill>
              </a:rPr>
              <a:t>);</a:t>
            </a:r>
          </a:p>
          <a:p>
            <a:pPr lvl="1">
              <a:lnSpc>
                <a:spcPct val="100000"/>
              </a:lnSpc>
              <a:spcBef>
                <a:spcPts val="1000"/>
              </a:spcBef>
              <a:buClr>
                <a:srgbClr val="FF3300"/>
              </a:buClr>
              <a:buFont typeface="Arial" charset="0"/>
              <a:buNone/>
              <a:tabLst>
                <a:tab pos="911225" algn="l"/>
                <a:tab pos="1825625" algn="l"/>
                <a:tab pos="2740025" algn="l"/>
                <a:tab pos="3654425" algn="l"/>
                <a:tab pos="4568825" algn="l"/>
                <a:tab pos="5483225" algn="l"/>
                <a:tab pos="6397625" algn="l"/>
                <a:tab pos="7312025" algn="l"/>
                <a:tab pos="8226425" algn="l"/>
                <a:tab pos="9140825" algn="l"/>
                <a:tab pos="10055225" algn="l"/>
              </a:tabLst>
            </a:pPr>
            <a:endParaRPr lang="en-GB" altLang="pt-BR" sz="4000" b="1">
              <a:solidFill>
                <a:srgbClr val="FF3300"/>
              </a:solidFill>
            </a:endParaRPr>
          </a:p>
          <a:p>
            <a:pPr lvl="1">
              <a:lnSpc>
                <a:spcPct val="100000"/>
              </a:lnSpc>
              <a:buFont typeface="Arial" charset="0"/>
              <a:buNone/>
              <a:tabLst>
                <a:tab pos="911225" algn="l"/>
                <a:tab pos="1825625" algn="l"/>
                <a:tab pos="2740025" algn="l"/>
                <a:tab pos="3654425" algn="l"/>
                <a:tab pos="4568825" algn="l"/>
                <a:tab pos="5483225" algn="l"/>
                <a:tab pos="6397625" algn="l"/>
                <a:tab pos="7312025" algn="l"/>
                <a:tab pos="8226425" algn="l"/>
                <a:tab pos="9140825" algn="l"/>
                <a:tab pos="10055225" algn="l"/>
              </a:tabLst>
            </a:pPr>
            <a:r>
              <a:rPr lang="en-GB" altLang="pt-BR" b="1"/>
              <a:t>int      -   %i </a:t>
            </a:r>
          </a:p>
          <a:p>
            <a:pPr lvl="1">
              <a:lnSpc>
                <a:spcPct val="100000"/>
              </a:lnSpc>
              <a:buFont typeface="Arial" charset="0"/>
              <a:buNone/>
              <a:tabLst>
                <a:tab pos="911225" algn="l"/>
                <a:tab pos="1825625" algn="l"/>
                <a:tab pos="2740025" algn="l"/>
                <a:tab pos="3654425" algn="l"/>
                <a:tab pos="4568825" algn="l"/>
                <a:tab pos="5483225" algn="l"/>
                <a:tab pos="6397625" algn="l"/>
                <a:tab pos="7312025" algn="l"/>
                <a:tab pos="8226425" algn="l"/>
                <a:tab pos="9140825" algn="l"/>
                <a:tab pos="10055225" algn="l"/>
              </a:tabLst>
            </a:pPr>
            <a:r>
              <a:rPr lang="en-GB" altLang="pt-BR" b="1"/>
              <a:t>float   -   %f</a:t>
            </a:r>
          </a:p>
          <a:p>
            <a:pPr lvl="1">
              <a:lnSpc>
                <a:spcPct val="100000"/>
              </a:lnSpc>
              <a:buFont typeface="Arial" charset="0"/>
              <a:buNone/>
              <a:tabLst>
                <a:tab pos="911225" algn="l"/>
                <a:tab pos="1825625" algn="l"/>
                <a:tab pos="2740025" algn="l"/>
                <a:tab pos="3654425" algn="l"/>
                <a:tab pos="4568825" algn="l"/>
                <a:tab pos="5483225" algn="l"/>
                <a:tab pos="6397625" algn="l"/>
                <a:tab pos="7312025" algn="l"/>
                <a:tab pos="8226425" algn="l"/>
                <a:tab pos="9140825" algn="l"/>
                <a:tab pos="10055225" algn="l"/>
              </a:tabLst>
            </a:pPr>
            <a:r>
              <a:rPr lang="en-GB" altLang="pt-BR" b="1"/>
              <a:t>char   -   %c</a:t>
            </a:r>
          </a:p>
        </p:txBody>
      </p:sp>
      <p:sp>
        <p:nvSpPr>
          <p:cNvPr id="20484" name="Line 3"/>
          <p:cNvSpPr>
            <a:spLocks noChangeShapeType="1"/>
          </p:cNvSpPr>
          <p:nvPr/>
        </p:nvSpPr>
        <p:spPr bwMode="auto">
          <a:xfrm>
            <a:off x="1295400" y="4495800"/>
            <a:ext cx="7467600" cy="1588"/>
          </a:xfrm>
          <a:prstGeom prst="line">
            <a:avLst/>
          </a:prstGeom>
          <a:noFill/>
          <a:ln w="76320">
            <a:solidFill>
              <a:srgbClr val="FFCC00"/>
            </a:solidFill>
            <a:miter lim="800000"/>
            <a:headEnd/>
            <a:tailEnd/>
          </a:ln>
          <a:effectLst/>
        </p:spPr>
        <p:txBody>
          <a:bodyPr/>
          <a:lstStyle/>
          <a:p>
            <a:endParaRPr lang="pt-BR"/>
          </a:p>
        </p:txBody>
      </p:sp>
      <p:sp>
        <p:nvSpPr>
          <p:cNvPr id="8196" name="AutoShape 4"/>
          <p:cNvSpPr>
            <a:spLocks/>
          </p:cNvSpPr>
          <p:nvPr/>
        </p:nvSpPr>
        <p:spPr bwMode="auto">
          <a:xfrm>
            <a:off x="6553200" y="2057400"/>
            <a:ext cx="1774825" cy="831850"/>
          </a:xfrm>
          <a:prstGeom prst="borderCallout2">
            <a:avLst>
              <a:gd name="adj1" fmla="val 13741"/>
              <a:gd name="adj2" fmla="val -4292"/>
              <a:gd name="adj3" fmla="val 13741"/>
              <a:gd name="adj4" fmla="val -41861"/>
              <a:gd name="adj5" fmla="val 181343"/>
              <a:gd name="adj6" fmla="val -80935"/>
            </a:avLst>
          </a:prstGeom>
          <a:solidFill>
            <a:srgbClr val="99CCFF"/>
          </a:solidFill>
          <a:ln w="9360">
            <a:solidFill>
              <a:srgbClr val="000000"/>
            </a:solidFill>
            <a:miter lim="800000"/>
            <a:headEnd/>
            <a:tailEnd/>
          </a:ln>
          <a:effectLst/>
        </p:spPr>
        <p:txBody>
          <a:bodyPr lIns="90000" tIns="46800" rIns="90000" bIns="46800">
            <a:spAutoFit/>
          </a:bodyPr>
          <a:lstStyle/>
          <a:p>
            <a:pPr algn="ctr">
              <a:buClr>
                <a:srgbClr val="000000"/>
              </a:buClr>
              <a:buSzPct val="100000"/>
              <a:buFont typeface="Times New Roman" pitchFamily="18" charset="0"/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altLang="pt-BR" b="1">
                <a:solidFill>
                  <a:srgbClr val="000000"/>
                </a:solidFill>
              </a:rPr>
              <a:t>Nome da Variável</a:t>
            </a:r>
          </a:p>
        </p:txBody>
      </p:sp>
      <p:sp>
        <p:nvSpPr>
          <p:cNvPr id="8197" name="AutoShape 5"/>
          <p:cNvSpPr>
            <a:spLocks/>
          </p:cNvSpPr>
          <p:nvPr/>
        </p:nvSpPr>
        <p:spPr bwMode="auto">
          <a:xfrm>
            <a:off x="6705600" y="4800600"/>
            <a:ext cx="1981200" cy="831850"/>
          </a:xfrm>
          <a:prstGeom prst="borderCallout2">
            <a:avLst>
              <a:gd name="adj1" fmla="val 9551"/>
              <a:gd name="adj2" fmla="val -3847"/>
              <a:gd name="adj3" fmla="val 9551"/>
              <a:gd name="adj4" fmla="val -73319"/>
              <a:gd name="adj5" fmla="val -87921"/>
              <a:gd name="adj6" fmla="val -145583"/>
            </a:avLst>
          </a:prstGeom>
          <a:solidFill>
            <a:srgbClr val="99CCFF"/>
          </a:solidFill>
          <a:ln w="9360">
            <a:solidFill>
              <a:srgbClr val="000000"/>
            </a:solidFill>
            <a:miter lim="800000"/>
            <a:headEnd/>
            <a:tailEnd/>
          </a:ln>
          <a:effectLst/>
        </p:spPr>
        <p:txBody>
          <a:bodyPr lIns="90000" tIns="46800" rIns="90000" bIns="46800">
            <a:spAutoFit/>
          </a:bodyPr>
          <a:lstStyle/>
          <a:p>
            <a:pPr algn="ctr">
              <a:buClr>
                <a:srgbClr val="000000"/>
              </a:buClr>
              <a:buSzPct val="100000"/>
              <a:buFont typeface="Times New Roman" pitchFamily="18" charset="0"/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altLang="pt-BR" b="1">
                <a:solidFill>
                  <a:srgbClr val="000000"/>
                </a:solidFill>
              </a:rPr>
              <a:t>Especificador de Formato</a:t>
            </a:r>
          </a:p>
        </p:txBody>
      </p:sp>
    </p:spTree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0" name="Rectangle 1"/>
          <p:cNvSpPr>
            <a:spLocks noGrp="1" noChangeArrowheads="1"/>
          </p:cNvSpPr>
          <p:nvPr>
            <p:ph type="title" idx="4294967295"/>
          </p:nvPr>
        </p:nvSpPr>
        <p:spPr>
          <a:xfrm>
            <a:off x="990600" y="160338"/>
            <a:ext cx="7954963" cy="519112"/>
          </a:xfrm>
        </p:spPr>
        <p:txBody>
          <a:bodyPr>
            <a:spAutoFit/>
          </a:bodyPr>
          <a:lstStyle/>
          <a:p>
            <a:pPr>
              <a:lnSpc>
                <a:spcPct val="100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altLang="pt-BR" sz="2800"/>
              <a:t>Implementação dos Recursos Básicos de Programação</a:t>
            </a:r>
          </a:p>
        </p:txBody>
      </p:sp>
      <p:sp>
        <p:nvSpPr>
          <p:cNvPr id="22531" name="Rectangle 2"/>
          <p:cNvSpPr>
            <a:spLocks noGrp="1" noChangeArrowheads="1"/>
          </p:cNvSpPr>
          <p:nvPr>
            <p:ph type="body" idx="4294967295"/>
          </p:nvPr>
        </p:nvSpPr>
        <p:spPr>
          <a:xfrm>
            <a:off x="1173163" y="838200"/>
            <a:ext cx="7772400" cy="3919538"/>
          </a:xfrm>
        </p:spPr>
        <p:txBody>
          <a:bodyPr>
            <a:spAutoFit/>
          </a:bodyPr>
          <a:lstStyle/>
          <a:p>
            <a:pPr>
              <a:lnSpc>
                <a:spcPct val="100000"/>
              </a:lnSpc>
              <a:spcBef>
                <a:spcPts val="600"/>
              </a:spcBef>
              <a:tabLst>
                <a:tab pos="911225" algn="l"/>
                <a:tab pos="1825625" algn="l"/>
                <a:tab pos="2740025" algn="l"/>
                <a:tab pos="3654425" algn="l"/>
                <a:tab pos="4568825" algn="l"/>
                <a:tab pos="5483225" algn="l"/>
                <a:tab pos="6397625" algn="l"/>
                <a:tab pos="7312025" algn="l"/>
                <a:tab pos="8226425" algn="l"/>
                <a:tab pos="9140825" algn="l"/>
                <a:tab pos="10055225" algn="l"/>
              </a:tabLst>
            </a:pPr>
            <a:r>
              <a:rPr lang="en-GB" altLang="pt-BR" sz="2400"/>
              <a:t>Comando de Saída</a:t>
            </a:r>
          </a:p>
          <a:p>
            <a:pPr lvl="1">
              <a:lnSpc>
                <a:spcPct val="100000"/>
              </a:lnSpc>
              <a:buFont typeface="Arial" charset="0"/>
              <a:buNone/>
              <a:tabLst>
                <a:tab pos="911225" algn="l"/>
                <a:tab pos="1825625" algn="l"/>
                <a:tab pos="2740025" algn="l"/>
                <a:tab pos="3654425" algn="l"/>
                <a:tab pos="4568825" algn="l"/>
                <a:tab pos="5483225" algn="l"/>
                <a:tab pos="6397625" algn="l"/>
                <a:tab pos="7312025" algn="l"/>
                <a:tab pos="8226425" algn="l"/>
                <a:tab pos="9140825" algn="l"/>
                <a:tab pos="10055225" algn="l"/>
              </a:tabLst>
            </a:pPr>
            <a:endParaRPr lang="en-GB" altLang="pt-BR"/>
          </a:p>
          <a:p>
            <a:pPr lvl="1">
              <a:lnSpc>
                <a:spcPct val="100000"/>
              </a:lnSpc>
              <a:spcBef>
                <a:spcPts val="1000"/>
              </a:spcBef>
              <a:buClr>
                <a:srgbClr val="FF3300"/>
              </a:buClr>
              <a:buFont typeface="Arial" charset="0"/>
              <a:buNone/>
              <a:tabLst>
                <a:tab pos="911225" algn="l"/>
                <a:tab pos="1825625" algn="l"/>
                <a:tab pos="2740025" algn="l"/>
                <a:tab pos="3654425" algn="l"/>
                <a:tab pos="4568825" algn="l"/>
                <a:tab pos="5483225" algn="l"/>
                <a:tab pos="6397625" algn="l"/>
                <a:tab pos="7312025" algn="l"/>
                <a:tab pos="8226425" algn="l"/>
                <a:tab pos="9140825" algn="l"/>
                <a:tab pos="10055225" algn="l"/>
              </a:tabLst>
            </a:pPr>
            <a:r>
              <a:rPr lang="en-GB" altLang="pt-BR" sz="4000" b="1">
                <a:solidFill>
                  <a:srgbClr val="FF3300"/>
                </a:solidFill>
              </a:rPr>
              <a:t>Escreva(“</a:t>
            </a:r>
            <a:r>
              <a:rPr lang="en-GB" altLang="pt-BR" b="1"/>
              <a:t>Digite sua Idade: </a:t>
            </a:r>
            <a:r>
              <a:rPr lang="en-GB" altLang="pt-BR" sz="4000" b="1">
                <a:solidFill>
                  <a:srgbClr val="FF3300"/>
                </a:solidFill>
              </a:rPr>
              <a:t>”);</a:t>
            </a:r>
          </a:p>
          <a:p>
            <a:pPr lvl="1">
              <a:lnSpc>
                <a:spcPct val="100000"/>
              </a:lnSpc>
              <a:spcBef>
                <a:spcPts val="1000"/>
              </a:spcBef>
              <a:buClr>
                <a:srgbClr val="FF3300"/>
              </a:buClr>
              <a:buFont typeface="Arial" charset="0"/>
              <a:buNone/>
              <a:tabLst>
                <a:tab pos="911225" algn="l"/>
                <a:tab pos="1825625" algn="l"/>
                <a:tab pos="2740025" algn="l"/>
                <a:tab pos="3654425" algn="l"/>
                <a:tab pos="4568825" algn="l"/>
                <a:tab pos="5483225" algn="l"/>
                <a:tab pos="6397625" algn="l"/>
                <a:tab pos="7312025" algn="l"/>
                <a:tab pos="8226425" algn="l"/>
                <a:tab pos="9140825" algn="l"/>
                <a:tab pos="10055225" algn="l"/>
              </a:tabLst>
            </a:pPr>
            <a:endParaRPr lang="en-GB" altLang="pt-BR" sz="4000" b="1">
              <a:solidFill>
                <a:srgbClr val="FF3300"/>
              </a:solidFill>
            </a:endParaRPr>
          </a:p>
          <a:p>
            <a:pPr lvl="1">
              <a:lnSpc>
                <a:spcPct val="100000"/>
              </a:lnSpc>
              <a:spcBef>
                <a:spcPts val="1000"/>
              </a:spcBef>
              <a:buClr>
                <a:srgbClr val="FF3300"/>
              </a:buClr>
              <a:buFont typeface="Arial" charset="0"/>
              <a:buNone/>
              <a:tabLst>
                <a:tab pos="911225" algn="l"/>
                <a:tab pos="1825625" algn="l"/>
                <a:tab pos="2740025" algn="l"/>
                <a:tab pos="3654425" algn="l"/>
                <a:tab pos="4568825" algn="l"/>
                <a:tab pos="5483225" algn="l"/>
                <a:tab pos="6397625" algn="l"/>
                <a:tab pos="7312025" algn="l"/>
                <a:tab pos="8226425" algn="l"/>
                <a:tab pos="9140825" algn="l"/>
                <a:tab pos="10055225" algn="l"/>
              </a:tabLst>
            </a:pPr>
            <a:r>
              <a:rPr lang="en-GB" altLang="pt-BR" sz="4000" b="1">
                <a:solidFill>
                  <a:srgbClr val="FF3300"/>
                </a:solidFill>
              </a:rPr>
              <a:t>printf (“</a:t>
            </a:r>
            <a:r>
              <a:rPr lang="en-GB" altLang="pt-BR" b="1"/>
              <a:t>Digite sua Idade: </a:t>
            </a:r>
            <a:r>
              <a:rPr lang="en-GB" altLang="pt-BR" sz="4000" b="1">
                <a:solidFill>
                  <a:srgbClr val="FF3300"/>
                </a:solidFill>
              </a:rPr>
              <a:t>”);</a:t>
            </a:r>
          </a:p>
          <a:p>
            <a:pPr lvl="1">
              <a:lnSpc>
                <a:spcPct val="100000"/>
              </a:lnSpc>
              <a:spcBef>
                <a:spcPts val="1000"/>
              </a:spcBef>
              <a:buClr>
                <a:srgbClr val="FF3300"/>
              </a:buClr>
              <a:buFont typeface="Arial" charset="0"/>
              <a:buNone/>
              <a:tabLst>
                <a:tab pos="911225" algn="l"/>
                <a:tab pos="1825625" algn="l"/>
                <a:tab pos="2740025" algn="l"/>
                <a:tab pos="3654425" algn="l"/>
                <a:tab pos="4568825" algn="l"/>
                <a:tab pos="5483225" algn="l"/>
                <a:tab pos="6397625" algn="l"/>
                <a:tab pos="7312025" algn="l"/>
                <a:tab pos="8226425" algn="l"/>
                <a:tab pos="9140825" algn="l"/>
                <a:tab pos="10055225" algn="l"/>
              </a:tabLst>
            </a:pPr>
            <a:endParaRPr lang="en-GB" altLang="pt-BR" sz="4000" b="1">
              <a:solidFill>
                <a:srgbClr val="FF3300"/>
              </a:solidFill>
            </a:endParaRPr>
          </a:p>
        </p:txBody>
      </p:sp>
      <p:sp>
        <p:nvSpPr>
          <p:cNvPr id="9219" name="AutoShape 3"/>
          <p:cNvSpPr>
            <a:spLocks/>
          </p:cNvSpPr>
          <p:nvPr/>
        </p:nvSpPr>
        <p:spPr bwMode="auto">
          <a:xfrm>
            <a:off x="5181600" y="5029200"/>
            <a:ext cx="3657600" cy="1196975"/>
          </a:xfrm>
          <a:prstGeom prst="borderCallout2">
            <a:avLst>
              <a:gd name="adj1" fmla="val 9551"/>
              <a:gd name="adj2" fmla="val -2083"/>
              <a:gd name="adj3" fmla="val 9551"/>
              <a:gd name="adj4" fmla="val -14972"/>
              <a:gd name="adj5" fmla="val -78213"/>
              <a:gd name="adj6" fmla="val -28074"/>
            </a:avLst>
          </a:prstGeom>
          <a:solidFill>
            <a:srgbClr val="99CCFF"/>
          </a:solidFill>
          <a:ln w="9360">
            <a:solidFill>
              <a:srgbClr val="000000"/>
            </a:solidFill>
            <a:miter lim="800000"/>
            <a:headEnd/>
            <a:tailEnd/>
          </a:ln>
          <a:effectLst/>
        </p:spPr>
        <p:txBody>
          <a:bodyPr lIns="90000" tIns="46800" rIns="90000" bIns="46800">
            <a:spAutoFit/>
          </a:bodyPr>
          <a:lstStyle/>
          <a:p>
            <a:pPr algn="ctr">
              <a:buClr>
                <a:srgbClr val="000000"/>
              </a:buClr>
              <a:buSzPct val="100000"/>
              <a:buFont typeface="Times New Roman" pitchFamily="18" charset="0"/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altLang="pt-BR" b="1">
                <a:solidFill>
                  <a:srgbClr val="000000"/>
                </a:solidFill>
              </a:rPr>
              <a:t>Mensagem que será exibida na display do monitor de vídeo</a:t>
            </a:r>
          </a:p>
        </p:txBody>
      </p:sp>
    </p:spTree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Rectangle 1"/>
          <p:cNvSpPr>
            <a:spLocks noGrp="1" noChangeArrowheads="1"/>
          </p:cNvSpPr>
          <p:nvPr>
            <p:ph type="title" idx="4294967295"/>
          </p:nvPr>
        </p:nvSpPr>
        <p:spPr>
          <a:xfrm>
            <a:off x="990600" y="160338"/>
            <a:ext cx="7954963" cy="519112"/>
          </a:xfrm>
        </p:spPr>
        <p:txBody>
          <a:bodyPr>
            <a:spAutoFit/>
          </a:bodyPr>
          <a:lstStyle/>
          <a:p>
            <a:pPr>
              <a:lnSpc>
                <a:spcPct val="100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altLang="pt-BR" sz="2800"/>
              <a:t>Implementação dos Recursos Básicos de Programação</a:t>
            </a:r>
          </a:p>
        </p:txBody>
      </p:sp>
      <p:sp>
        <p:nvSpPr>
          <p:cNvPr id="24579" name="Rectangle 2"/>
          <p:cNvSpPr>
            <a:spLocks noGrp="1" noChangeArrowheads="1"/>
          </p:cNvSpPr>
          <p:nvPr>
            <p:ph type="body" idx="4294967295"/>
          </p:nvPr>
        </p:nvSpPr>
        <p:spPr>
          <a:xfrm>
            <a:off x="1173163" y="838200"/>
            <a:ext cx="7772400" cy="5521325"/>
          </a:xfrm>
        </p:spPr>
        <p:txBody>
          <a:bodyPr>
            <a:spAutoFit/>
          </a:bodyPr>
          <a:lstStyle/>
          <a:p>
            <a:pPr>
              <a:lnSpc>
                <a:spcPct val="100000"/>
              </a:lnSpc>
              <a:spcBef>
                <a:spcPts val="600"/>
              </a:spcBef>
              <a:tabLst>
                <a:tab pos="911225" algn="l"/>
                <a:tab pos="1825625" algn="l"/>
                <a:tab pos="2740025" algn="l"/>
                <a:tab pos="3654425" algn="l"/>
                <a:tab pos="4568825" algn="l"/>
                <a:tab pos="5483225" algn="l"/>
                <a:tab pos="6397625" algn="l"/>
                <a:tab pos="7312025" algn="l"/>
                <a:tab pos="8226425" algn="l"/>
                <a:tab pos="9140825" algn="l"/>
                <a:tab pos="10055225" algn="l"/>
              </a:tabLst>
            </a:pPr>
            <a:r>
              <a:rPr lang="en-GB" altLang="pt-BR" sz="2400"/>
              <a:t>Comando de Saída</a:t>
            </a:r>
          </a:p>
          <a:p>
            <a:pPr lvl="1">
              <a:lnSpc>
                <a:spcPct val="100000"/>
              </a:lnSpc>
              <a:buFont typeface="Arial" charset="0"/>
              <a:buNone/>
              <a:tabLst>
                <a:tab pos="911225" algn="l"/>
                <a:tab pos="1825625" algn="l"/>
                <a:tab pos="2740025" algn="l"/>
                <a:tab pos="3654425" algn="l"/>
                <a:tab pos="4568825" algn="l"/>
                <a:tab pos="5483225" algn="l"/>
                <a:tab pos="6397625" algn="l"/>
                <a:tab pos="7312025" algn="l"/>
                <a:tab pos="8226425" algn="l"/>
                <a:tab pos="9140825" algn="l"/>
                <a:tab pos="10055225" algn="l"/>
              </a:tabLst>
            </a:pPr>
            <a:endParaRPr lang="en-GB" altLang="pt-BR"/>
          </a:p>
          <a:p>
            <a:pPr lvl="1">
              <a:lnSpc>
                <a:spcPct val="100000"/>
              </a:lnSpc>
              <a:spcBef>
                <a:spcPts val="1000"/>
              </a:spcBef>
              <a:buClr>
                <a:srgbClr val="FF3300"/>
              </a:buClr>
              <a:buFont typeface="Arial" charset="0"/>
              <a:buNone/>
              <a:tabLst>
                <a:tab pos="911225" algn="l"/>
                <a:tab pos="1825625" algn="l"/>
                <a:tab pos="2740025" algn="l"/>
                <a:tab pos="3654425" algn="l"/>
                <a:tab pos="4568825" algn="l"/>
                <a:tab pos="5483225" algn="l"/>
                <a:tab pos="6397625" algn="l"/>
                <a:tab pos="7312025" algn="l"/>
                <a:tab pos="8226425" algn="l"/>
                <a:tab pos="9140825" algn="l"/>
                <a:tab pos="10055225" algn="l"/>
              </a:tabLst>
            </a:pPr>
            <a:r>
              <a:rPr lang="en-GB" altLang="pt-BR" sz="4000" b="1">
                <a:solidFill>
                  <a:srgbClr val="FF3300"/>
                </a:solidFill>
              </a:rPr>
              <a:t>Escreva(</a:t>
            </a:r>
            <a:r>
              <a:rPr lang="en-GB" altLang="pt-BR" b="1"/>
              <a:t>QtdeDias</a:t>
            </a:r>
            <a:r>
              <a:rPr lang="en-GB" altLang="pt-BR" sz="4000" b="1">
                <a:solidFill>
                  <a:srgbClr val="FF3300"/>
                </a:solidFill>
              </a:rPr>
              <a:t>);</a:t>
            </a:r>
          </a:p>
          <a:p>
            <a:pPr lvl="1">
              <a:lnSpc>
                <a:spcPct val="100000"/>
              </a:lnSpc>
              <a:spcBef>
                <a:spcPts val="1000"/>
              </a:spcBef>
              <a:buClr>
                <a:srgbClr val="FF3300"/>
              </a:buClr>
              <a:buFont typeface="Arial" charset="0"/>
              <a:buNone/>
              <a:tabLst>
                <a:tab pos="911225" algn="l"/>
                <a:tab pos="1825625" algn="l"/>
                <a:tab pos="2740025" algn="l"/>
                <a:tab pos="3654425" algn="l"/>
                <a:tab pos="4568825" algn="l"/>
                <a:tab pos="5483225" algn="l"/>
                <a:tab pos="6397625" algn="l"/>
                <a:tab pos="7312025" algn="l"/>
                <a:tab pos="8226425" algn="l"/>
                <a:tab pos="9140825" algn="l"/>
                <a:tab pos="10055225" algn="l"/>
              </a:tabLst>
            </a:pPr>
            <a:endParaRPr lang="en-GB" altLang="pt-BR" sz="4000" b="1">
              <a:solidFill>
                <a:srgbClr val="FF3300"/>
              </a:solidFill>
            </a:endParaRPr>
          </a:p>
          <a:p>
            <a:pPr lvl="1">
              <a:lnSpc>
                <a:spcPct val="100000"/>
              </a:lnSpc>
              <a:spcBef>
                <a:spcPts val="1000"/>
              </a:spcBef>
              <a:buClr>
                <a:srgbClr val="FF3300"/>
              </a:buClr>
              <a:buFont typeface="Arial" charset="0"/>
              <a:buNone/>
              <a:tabLst>
                <a:tab pos="911225" algn="l"/>
                <a:tab pos="1825625" algn="l"/>
                <a:tab pos="2740025" algn="l"/>
                <a:tab pos="3654425" algn="l"/>
                <a:tab pos="4568825" algn="l"/>
                <a:tab pos="5483225" algn="l"/>
                <a:tab pos="6397625" algn="l"/>
                <a:tab pos="7312025" algn="l"/>
                <a:tab pos="8226425" algn="l"/>
                <a:tab pos="9140825" algn="l"/>
                <a:tab pos="10055225" algn="l"/>
              </a:tabLst>
            </a:pPr>
            <a:r>
              <a:rPr lang="en-GB" altLang="pt-BR" sz="4000" b="1">
                <a:solidFill>
                  <a:srgbClr val="FF3300"/>
                </a:solidFill>
              </a:rPr>
              <a:t>printf(“</a:t>
            </a:r>
            <a:r>
              <a:rPr lang="en-GB" altLang="pt-BR" b="1"/>
              <a:t>%i</a:t>
            </a:r>
            <a:r>
              <a:rPr lang="en-GB" altLang="pt-BR" sz="4000" b="1">
                <a:solidFill>
                  <a:srgbClr val="FF3300"/>
                </a:solidFill>
              </a:rPr>
              <a:t>”, </a:t>
            </a:r>
            <a:r>
              <a:rPr lang="en-GB" altLang="pt-BR" b="1"/>
              <a:t>QtdeDias</a:t>
            </a:r>
            <a:r>
              <a:rPr lang="en-GB" altLang="pt-BR" sz="4000" b="1">
                <a:solidFill>
                  <a:srgbClr val="FF3300"/>
                </a:solidFill>
              </a:rPr>
              <a:t>);</a:t>
            </a:r>
          </a:p>
          <a:p>
            <a:pPr lvl="1">
              <a:lnSpc>
                <a:spcPct val="100000"/>
              </a:lnSpc>
              <a:spcBef>
                <a:spcPts val="1000"/>
              </a:spcBef>
              <a:buClr>
                <a:srgbClr val="FF3300"/>
              </a:buClr>
              <a:buFont typeface="Arial" charset="0"/>
              <a:buNone/>
              <a:tabLst>
                <a:tab pos="911225" algn="l"/>
                <a:tab pos="1825625" algn="l"/>
                <a:tab pos="2740025" algn="l"/>
                <a:tab pos="3654425" algn="l"/>
                <a:tab pos="4568825" algn="l"/>
                <a:tab pos="5483225" algn="l"/>
                <a:tab pos="6397625" algn="l"/>
                <a:tab pos="7312025" algn="l"/>
                <a:tab pos="8226425" algn="l"/>
                <a:tab pos="9140825" algn="l"/>
                <a:tab pos="10055225" algn="l"/>
              </a:tabLst>
            </a:pPr>
            <a:endParaRPr lang="en-GB" altLang="pt-BR" sz="4000" b="1">
              <a:solidFill>
                <a:srgbClr val="FF3300"/>
              </a:solidFill>
            </a:endParaRPr>
          </a:p>
          <a:p>
            <a:pPr lvl="1">
              <a:lnSpc>
                <a:spcPct val="100000"/>
              </a:lnSpc>
              <a:buFont typeface="Arial" charset="0"/>
              <a:buNone/>
              <a:tabLst>
                <a:tab pos="911225" algn="l"/>
                <a:tab pos="1825625" algn="l"/>
                <a:tab pos="2740025" algn="l"/>
                <a:tab pos="3654425" algn="l"/>
                <a:tab pos="4568825" algn="l"/>
                <a:tab pos="5483225" algn="l"/>
                <a:tab pos="6397625" algn="l"/>
                <a:tab pos="7312025" algn="l"/>
                <a:tab pos="8226425" algn="l"/>
                <a:tab pos="9140825" algn="l"/>
                <a:tab pos="10055225" algn="l"/>
              </a:tabLst>
            </a:pPr>
            <a:r>
              <a:rPr lang="en-GB" altLang="pt-BR" b="1"/>
              <a:t>int       -   %i </a:t>
            </a:r>
          </a:p>
          <a:p>
            <a:pPr lvl="1">
              <a:lnSpc>
                <a:spcPct val="100000"/>
              </a:lnSpc>
              <a:buFont typeface="Arial" charset="0"/>
              <a:buNone/>
              <a:tabLst>
                <a:tab pos="911225" algn="l"/>
                <a:tab pos="1825625" algn="l"/>
                <a:tab pos="2740025" algn="l"/>
                <a:tab pos="3654425" algn="l"/>
                <a:tab pos="4568825" algn="l"/>
                <a:tab pos="5483225" algn="l"/>
                <a:tab pos="6397625" algn="l"/>
                <a:tab pos="7312025" algn="l"/>
                <a:tab pos="8226425" algn="l"/>
                <a:tab pos="9140825" algn="l"/>
                <a:tab pos="10055225" algn="l"/>
              </a:tabLst>
            </a:pPr>
            <a:r>
              <a:rPr lang="en-GB" altLang="pt-BR" b="1"/>
              <a:t>float   -   %f</a:t>
            </a:r>
          </a:p>
          <a:p>
            <a:pPr lvl="1">
              <a:lnSpc>
                <a:spcPct val="100000"/>
              </a:lnSpc>
              <a:buFont typeface="Arial" charset="0"/>
              <a:buNone/>
              <a:tabLst>
                <a:tab pos="911225" algn="l"/>
                <a:tab pos="1825625" algn="l"/>
                <a:tab pos="2740025" algn="l"/>
                <a:tab pos="3654425" algn="l"/>
                <a:tab pos="4568825" algn="l"/>
                <a:tab pos="5483225" algn="l"/>
                <a:tab pos="6397625" algn="l"/>
                <a:tab pos="7312025" algn="l"/>
                <a:tab pos="8226425" algn="l"/>
                <a:tab pos="9140825" algn="l"/>
                <a:tab pos="10055225" algn="l"/>
              </a:tabLst>
            </a:pPr>
            <a:r>
              <a:rPr lang="en-GB" altLang="pt-BR" b="1"/>
              <a:t>char   -   %c</a:t>
            </a:r>
          </a:p>
        </p:txBody>
      </p:sp>
      <p:sp>
        <p:nvSpPr>
          <p:cNvPr id="24580" name="Line 3"/>
          <p:cNvSpPr>
            <a:spLocks noChangeShapeType="1"/>
          </p:cNvSpPr>
          <p:nvPr/>
        </p:nvSpPr>
        <p:spPr bwMode="auto">
          <a:xfrm>
            <a:off x="1295400" y="4495800"/>
            <a:ext cx="7467600" cy="1588"/>
          </a:xfrm>
          <a:prstGeom prst="line">
            <a:avLst/>
          </a:prstGeom>
          <a:noFill/>
          <a:ln w="76320">
            <a:solidFill>
              <a:srgbClr val="FFCC00"/>
            </a:solidFill>
            <a:miter lim="800000"/>
            <a:headEnd/>
            <a:tailEnd/>
          </a:ln>
          <a:effectLst/>
        </p:spPr>
        <p:txBody>
          <a:bodyPr/>
          <a:lstStyle/>
          <a:p>
            <a:endParaRPr lang="pt-BR"/>
          </a:p>
        </p:txBody>
      </p:sp>
      <p:sp>
        <p:nvSpPr>
          <p:cNvPr id="10244" name="AutoShape 4"/>
          <p:cNvSpPr>
            <a:spLocks/>
          </p:cNvSpPr>
          <p:nvPr/>
        </p:nvSpPr>
        <p:spPr bwMode="auto">
          <a:xfrm>
            <a:off x="6553200" y="2057400"/>
            <a:ext cx="1774825" cy="831850"/>
          </a:xfrm>
          <a:prstGeom prst="borderCallout2">
            <a:avLst>
              <a:gd name="adj1" fmla="val 13741"/>
              <a:gd name="adj2" fmla="val -4292"/>
              <a:gd name="adj3" fmla="val 13741"/>
              <a:gd name="adj4" fmla="val -41861"/>
              <a:gd name="adj5" fmla="val 181343"/>
              <a:gd name="adj6" fmla="val -80935"/>
            </a:avLst>
          </a:prstGeom>
          <a:solidFill>
            <a:srgbClr val="99CCFF"/>
          </a:solidFill>
          <a:ln w="9360">
            <a:solidFill>
              <a:srgbClr val="000000"/>
            </a:solidFill>
            <a:miter lim="800000"/>
            <a:headEnd/>
            <a:tailEnd/>
          </a:ln>
          <a:effectLst/>
        </p:spPr>
        <p:txBody>
          <a:bodyPr lIns="90000" tIns="46800" rIns="90000" bIns="46800">
            <a:spAutoFit/>
          </a:bodyPr>
          <a:lstStyle/>
          <a:p>
            <a:pPr algn="ctr">
              <a:buClr>
                <a:srgbClr val="000000"/>
              </a:buClr>
              <a:buSzPct val="100000"/>
              <a:buFont typeface="Times New Roman" pitchFamily="18" charset="0"/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altLang="pt-BR" b="1">
                <a:solidFill>
                  <a:srgbClr val="000000"/>
                </a:solidFill>
              </a:rPr>
              <a:t>Nome da Variável</a:t>
            </a:r>
          </a:p>
        </p:txBody>
      </p:sp>
      <p:sp>
        <p:nvSpPr>
          <p:cNvPr id="10245" name="AutoShape 5"/>
          <p:cNvSpPr>
            <a:spLocks/>
          </p:cNvSpPr>
          <p:nvPr/>
        </p:nvSpPr>
        <p:spPr bwMode="auto">
          <a:xfrm>
            <a:off x="6705600" y="4765675"/>
            <a:ext cx="1981200" cy="831850"/>
          </a:xfrm>
          <a:prstGeom prst="borderCallout2">
            <a:avLst>
              <a:gd name="adj1" fmla="val 13741"/>
              <a:gd name="adj2" fmla="val -3847"/>
              <a:gd name="adj3" fmla="val 13741"/>
              <a:gd name="adj4" fmla="val -73718"/>
              <a:gd name="adj5" fmla="val -102875"/>
              <a:gd name="adj6" fmla="val -146454"/>
            </a:avLst>
          </a:prstGeom>
          <a:solidFill>
            <a:srgbClr val="99CCFF"/>
          </a:solidFill>
          <a:ln w="9360">
            <a:solidFill>
              <a:srgbClr val="000000"/>
            </a:solidFill>
            <a:miter lim="800000"/>
            <a:headEnd/>
            <a:tailEnd/>
          </a:ln>
          <a:effectLst/>
        </p:spPr>
        <p:txBody>
          <a:bodyPr lIns="90000" tIns="46800" rIns="90000" bIns="46800">
            <a:spAutoFit/>
          </a:bodyPr>
          <a:lstStyle/>
          <a:p>
            <a:pPr algn="ctr">
              <a:buClr>
                <a:srgbClr val="000000"/>
              </a:buClr>
              <a:buSzPct val="100000"/>
              <a:buFont typeface="Times New Roman" pitchFamily="18" charset="0"/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altLang="pt-BR" b="1">
                <a:solidFill>
                  <a:srgbClr val="000000"/>
                </a:solidFill>
              </a:rPr>
              <a:t>Especificador de Formato</a:t>
            </a:r>
          </a:p>
        </p:txBody>
      </p:sp>
    </p:spTree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Rectangle 1"/>
          <p:cNvSpPr>
            <a:spLocks noGrp="1" noChangeArrowheads="1"/>
          </p:cNvSpPr>
          <p:nvPr>
            <p:ph type="title" idx="4294967295"/>
          </p:nvPr>
        </p:nvSpPr>
        <p:spPr>
          <a:xfrm>
            <a:off x="990600" y="160338"/>
            <a:ext cx="7954963" cy="519112"/>
          </a:xfrm>
        </p:spPr>
        <p:txBody>
          <a:bodyPr>
            <a:spAutoFit/>
          </a:bodyPr>
          <a:lstStyle/>
          <a:p>
            <a:pPr>
              <a:lnSpc>
                <a:spcPct val="100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altLang="pt-BR" sz="2800"/>
              <a:t>Implementação dos Recursos Básicos de Programação</a:t>
            </a:r>
          </a:p>
        </p:txBody>
      </p:sp>
      <p:sp>
        <p:nvSpPr>
          <p:cNvPr id="26627" name="Rectangle 2"/>
          <p:cNvSpPr>
            <a:spLocks noGrp="1" noChangeArrowheads="1"/>
          </p:cNvSpPr>
          <p:nvPr>
            <p:ph type="body" idx="4294967295"/>
          </p:nvPr>
        </p:nvSpPr>
        <p:spPr>
          <a:xfrm>
            <a:off x="762000" y="838200"/>
            <a:ext cx="8183563" cy="4629150"/>
          </a:xfrm>
        </p:spPr>
        <p:txBody>
          <a:bodyPr>
            <a:spAutoFit/>
          </a:bodyPr>
          <a:lstStyle/>
          <a:p>
            <a:pPr>
              <a:lnSpc>
                <a:spcPct val="100000"/>
              </a:lnSpc>
              <a:spcBef>
                <a:spcPts val="600"/>
              </a:spcBef>
              <a:buFont typeface="Monotype Sorts" charset="2"/>
              <a:buNone/>
              <a:tabLst>
                <a:tab pos="911225" algn="l"/>
                <a:tab pos="1825625" algn="l"/>
                <a:tab pos="2740025" algn="l"/>
                <a:tab pos="3654425" algn="l"/>
                <a:tab pos="4568825" algn="l"/>
                <a:tab pos="5483225" algn="l"/>
                <a:tab pos="6397625" algn="l"/>
                <a:tab pos="7312025" algn="l"/>
                <a:tab pos="8226425" algn="l"/>
                <a:tab pos="9140825" algn="l"/>
                <a:tab pos="10055225" algn="l"/>
              </a:tabLst>
            </a:pPr>
            <a:endParaRPr lang="en-GB" altLang="pt-BR" sz="2400"/>
          </a:p>
          <a:p>
            <a:pPr>
              <a:lnSpc>
                <a:spcPct val="100000"/>
              </a:lnSpc>
              <a:spcBef>
                <a:spcPts val="600"/>
              </a:spcBef>
              <a:tabLst>
                <a:tab pos="911225" algn="l"/>
                <a:tab pos="1825625" algn="l"/>
                <a:tab pos="2740025" algn="l"/>
                <a:tab pos="3654425" algn="l"/>
                <a:tab pos="4568825" algn="l"/>
                <a:tab pos="5483225" algn="l"/>
                <a:tab pos="6397625" algn="l"/>
                <a:tab pos="7312025" algn="l"/>
                <a:tab pos="8226425" algn="l"/>
                <a:tab pos="9140825" algn="l"/>
                <a:tab pos="10055225" algn="l"/>
              </a:tabLst>
            </a:pPr>
            <a:r>
              <a:rPr lang="en-GB" altLang="pt-BR" sz="2400"/>
              <a:t>Comando de Saída</a:t>
            </a:r>
          </a:p>
          <a:p>
            <a:pPr>
              <a:lnSpc>
                <a:spcPct val="100000"/>
              </a:lnSpc>
              <a:spcBef>
                <a:spcPts val="1000"/>
              </a:spcBef>
              <a:buFont typeface="Monotype Sorts" charset="2"/>
              <a:buNone/>
              <a:tabLst>
                <a:tab pos="911225" algn="l"/>
                <a:tab pos="1825625" algn="l"/>
                <a:tab pos="2740025" algn="l"/>
                <a:tab pos="3654425" algn="l"/>
                <a:tab pos="4568825" algn="l"/>
                <a:tab pos="5483225" algn="l"/>
                <a:tab pos="6397625" algn="l"/>
                <a:tab pos="7312025" algn="l"/>
                <a:tab pos="8226425" algn="l"/>
                <a:tab pos="9140825" algn="l"/>
                <a:tab pos="10055225" algn="l"/>
              </a:tabLst>
            </a:pPr>
            <a:endParaRPr lang="en-GB" altLang="pt-BR" sz="4000" b="1">
              <a:solidFill>
                <a:srgbClr val="FF3300"/>
              </a:solidFill>
            </a:endParaRPr>
          </a:p>
          <a:p>
            <a:pPr>
              <a:lnSpc>
                <a:spcPct val="100000"/>
              </a:lnSpc>
              <a:spcBef>
                <a:spcPts val="1000"/>
              </a:spcBef>
              <a:buFont typeface="Monotype Sorts" charset="2"/>
              <a:buNone/>
              <a:tabLst>
                <a:tab pos="911225" algn="l"/>
                <a:tab pos="1825625" algn="l"/>
                <a:tab pos="2740025" algn="l"/>
                <a:tab pos="3654425" algn="l"/>
                <a:tab pos="4568825" algn="l"/>
                <a:tab pos="5483225" algn="l"/>
                <a:tab pos="6397625" algn="l"/>
                <a:tab pos="7312025" algn="l"/>
                <a:tab pos="8226425" algn="l"/>
                <a:tab pos="9140825" algn="l"/>
                <a:tab pos="10055225" algn="l"/>
              </a:tabLst>
            </a:pPr>
            <a:endParaRPr lang="en-GB" altLang="pt-BR" sz="4000" b="1">
              <a:solidFill>
                <a:srgbClr val="FF3300"/>
              </a:solidFill>
            </a:endParaRPr>
          </a:p>
          <a:p>
            <a:pPr>
              <a:lnSpc>
                <a:spcPct val="100000"/>
              </a:lnSpc>
              <a:spcBef>
                <a:spcPts val="1000"/>
              </a:spcBef>
              <a:buFont typeface="Monotype Sorts" charset="2"/>
              <a:buNone/>
              <a:tabLst>
                <a:tab pos="911225" algn="l"/>
                <a:tab pos="1825625" algn="l"/>
                <a:tab pos="2740025" algn="l"/>
                <a:tab pos="3654425" algn="l"/>
                <a:tab pos="4568825" algn="l"/>
                <a:tab pos="5483225" algn="l"/>
                <a:tab pos="6397625" algn="l"/>
                <a:tab pos="7312025" algn="l"/>
                <a:tab pos="8226425" algn="l"/>
                <a:tab pos="9140825" algn="l"/>
                <a:tab pos="10055225" algn="l"/>
              </a:tabLst>
            </a:pPr>
            <a:r>
              <a:rPr lang="en-GB" altLang="pt-BR" sz="4000" b="1">
                <a:solidFill>
                  <a:srgbClr val="FF3300"/>
                </a:solidFill>
              </a:rPr>
              <a:t>          </a:t>
            </a:r>
            <a:r>
              <a:rPr lang="en-GB" altLang="pt-BR" sz="2200" b="1">
                <a:solidFill>
                  <a:srgbClr val="FF3300"/>
                </a:solidFill>
              </a:rPr>
              <a:t>printf(“</a:t>
            </a:r>
            <a:r>
              <a:rPr lang="en-GB" altLang="pt-BR" sz="2200" b="1">
                <a:solidFill>
                  <a:srgbClr val="3366CC"/>
                </a:solidFill>
              </a:rPr>
              <a:t>\n\n</a:t>
            </a:r>
            <a:r>
              <a:rPr lang="en-GB" altLang="pt-BR" sz="2200" b="1"/>
              <a:t>Sua idade em dias e %i</a:t>
            </a:r>
            <a:r>
              <a:rPr lang="en-GB" altLang="pt-BR" sz="2200" b="1">
                <a:solidFill>
                  <a:srgbClr val="FF3300"/>
                </a:solidFill>
              </a:rPr>
              <a:t>”, </a:t>
            </a:r>
            <a:r>
              <a:rPr lang="en-GB" altLang="pt-BR" sz="2200" b="1"/>
              <a:t>QtdeDias</a:t>
            </a:r>
            <a:r>
              <a:rPr lang="en-GB" altLang="pt-BR" sz="2200" b="1">
                <a:solidFill>
                  <a:srgbClr val="FF3300"/>
                </a:solidFill>
              </a:rPr>
              <a:t>);</a:t>
            </a:r>
          </a:p>
          <a:p>
            <a:pPr lvl="1" indent="-207963">
              <a:lnSpc>
                <a:spcPct val="100000"/>
              </a:lnSpc>
              <a:spcBef>
                <a:spcPts val="1000"/>
              </a:spcBef>
              <a:buClr>
                <a:srgbClr val="FF3300"/>
              </a:buClr>
              <a:buFont typeface="Arial" charset="0"/>
              <a:buNone/>
              <a:tabLst>
                <a:tab pos="911225" algn="l"/>
                <a:tab pos="1825625" algn="l"/>
                <a:tab pos="2740025" algn="l"/>
                <a:tab pos="3654425" algn="l"/>
                <a:tab pos="4568825" algn="l"/>
                <a:tab pos="5483225" algn="l"/>
                <a:tab pos="6397625" algn="l"/>
                <a:tab pos="7312025" algn="l"/>
                <a:tab pos="8226425" algn="l"/>
                <a:tab pos="9140825" algn="l"/>
                <a:tab pos="10055225" algn="l"/>
              </a:tabLst>
            </a:pPr>
            <a:endParaRPr lang="en-GB" altLang="pt-BR" sz="4000" b="1">
              <a:solidFill>
                <a:srgbClr val="FF3300"/>
              </a:solidFill>
            </a:endParaRPr>
          </a:p>
          <a:p>
            <a:pPr lvl="1" indent="-207963">
              <a:lnSpc>
                <a:spcPct val="100000"/>
              </a:lnSpc>
              <a:spcBef>
                <a:spcPts val="1000"/>
              </a:spcBef>
              <a:buClr>
                <a:srgbClr val="FF3300"/>
              </a:buClr>
              <a:buFont typeface="Arial" charset="0"/>
              <a:buNone/>
              <a:tabLst>
                <a:tab pos="911225" algn="l"/>
                <a:tab pos="1825625" algn="l"/>
                <a:tab pos="2740025" algn="l"/>
                <a:tab pos="3654425" algn="l"/>
                <a:tab pos="4568825" algn="l"/>
                <a:tab pos="5483225" algn="l"/>
                <a:tab pos="6397625" algn="l"/>
                <a:tab pos="7312025" algn="l"/>
                <a:tab pos="8226425" algn="l"/>
                <a:tab pos="9140825" algn="l"/>
                <a:tab pos="10055225" algn="l"/>
              </a:tabLst>
            </a:pPr>
            <a:endParaRPr lang="en-GB" altLang="pt-BR" sz="4000" b="1">
              <a:solidFill>
                <a:srgbClr val="FF3300"/>
              </a:solidFill>
            </a:endParaRPr>
          </a:p>
        </p:txBody>
      </p:sp>
      <p:sp>
        <p:nvSpPr>
          <p:cNvPr id="11267" name="AutoShape 3"/>
          <p:cNvSpPr>
            <a:spLocks/>
          </p:cNvSpPr>
          <p:nvPr/>
        </p:nvSpPr>
        <p:spPr bwMode="auto">
          <a:xfrm>
            <a:off x="5181600" y="914400"/>
            <a:ext cx="3657600" cy="1196975"/>
          </a:xfrm>
          <a:prstGeom prst="borderCallout2">
            <a:avLst>
              <a:gd name="adj1" fmla="val 9551"/>
              <a:gd name="adj2" fmla="val -2083"/>
              <a:gd name="adj3" fmla="val 9551"/>
              <a:gd name="adj4" fmla="val -17319"/>
              <a:gd name="adj5" fmla="val 216444"/>
              <a:gd name="adj6" fmla="val -29426"/>
            </a:avLst>
          </a:prstGeom>
          <a:solidFill>
            <a:srgbClr val="99CCFF"/>
          </a:solidFill>
          <a:ln w="9360">
            <a:solidFill>
              <a:srgbClr val="000000"/>
            </a:solidFill>
            <a:miter lim="800000"/>
            <a:headEnd/>
            <a:tailEnd/>
          </a:ln>
          <a:effectLst/>
        </p:spPr>
        <p:txBody>
          <a:bodyPr lIns="90000" tIns="46800" rIns="90000" bIns="46800">
            <a:spAutoFit/>
          </a:bodyPr>
          <a:lstStyle/>
          <a:p>
            <a:pPr algn="ctr">
              <a:buClr>
                <a:srgbClr val="000000"/>
              </a:buClr>
              <a:buSzPct val="100000"/>
              <a:buFont typeface="Times New Roman" pitchFamily="18" charset="0"/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altLang="pt-BR" b="1">
                <a:solidFill>
                  <a:srgbClr val="000000"/>
                </a:solidFill>
              </a:rPr>
              <a:t>Mensagem que será exibida no display do monitor de vídeo</a:t>
            </a:r>
          </a:p>
        </p:txBody>
      </p:sp>
      <p:sp>
        <p:nvSpPr>
          <p:cNvPr id="11268" name="AutoShape 4"/>
          <p:cNvSpPr>
            <a:spLocks/>
          </p:cNvSpPr>
          <p:nvPr/>
        </p:nvSpPr>
        <p:spPr bwMode="auto">
          <a:xfrm>
            <a:off x="1676400" y="4419600"/>
            <a:ext cx="1981200" cy="831850"/>
          </a:xfrm>
          <a:prstGeom prst="borderCallout2">
            <a:avLst>
              <a:gd name="adj1" fmla="val 13741"/>
              <a:gd name="adj2" fmla="val 103847"/>
              <a:gd name="adj3" fmla="val 13741"/>
              <a:gd name="adj4" fmla="val 179167"/>
              <a:gd name="adj5" fmla="val -56667"/>
              <a:gd name="adj6" fmla="val 254468"/>
            </a:avLst>
          </a:prstGeom>
          <a:solidFill>
            <a:srgbClr val="99CCFF"/>
          </a:solidFill>
          <a:ln w="9360">
            <a:solidFill>
              <a:srgbClr val="000000"/>
            </a:solidFill>
            <a:miter lim="800000"/>
            <a:headEnd/>
            <a:tailEnd/>
          </a:ln>
          <a:effectLst/>
        </p:spPr>
        <p:txBody>
          <a:bodyPr lIns="90000" tIns="46800" rIns="90000" bIns="46800">
            <a:spAutoFit/>
          </a:bodyPr>
          <a:lstStyle/>
          <a:p>
            <a:pPr algn="ctr">
              <a:buClr>
                <a:srgbClr val="000000"/>
              </a:buClr>
              <a:buSzPct val="100000"/>
              <a:buFont typeface="Times New Roman" pitchFamily="18" charset="0"/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altLang="pt-BR" b="1">
                <a:solidFill>
                  <a:srgbClr val="000000"/>
                </a:solidFill>
              </a:rPr>
              <a:t>Especificador de Formato</a:t>
            </a:r>
          </a:p>
        </p:txBody>
      </p:sp>
      <p:sp>
        <p:nvSpPr>
          <p:cNvPr id="11269" name="AutoShape 5"/>
          <p:cNvSpPr>
            <a:spLocks/>
          </p:cNvSpPr>
          <p:nvPr/>
        </p:nvSpPr>
        <p:spPr bwMode="auto">
          <a:xfrm>
            <a:off x="4038600" y="5562600"/>
            <a:ext cx="1774825" cy="831850"/>
          </a:xfrm>
          <a:prstGeom prst="borderCallout2">
            <a:avLst>
              <a:gd name="adj1" fmla="val 13741"/>
              <a:gd name="adj2" fmla="val 104292"/>
              <a:gd name="adj3" fmla="val 13741"/>
              <a:gd name="adj4" fmla="val 162343"/>
              <a:gd name="adj5" fmla="val -199301"/>
              <a:gd name="adj6" fmla="val 222792"/>
            </a:avLst>
          </a:prstGeom>
          <a:solidFill>
            <a:srgbClr val="99CCFF"/>
          </a:solidFill>
          <a:ln w="9360">
            <a:solidFill>
              <a:srgbClr val="000000"/>
            </a:solidFill>
            <a:miter lim="800000"/>
            <a:headEnd/>
            <a:tailEnd/>
          </a:ln>
          <a:effectLst/>
        </p:spPr>
        <p:txBody>
          <a:bodyPr lIns="90000" tIns="46800" rIns="90000" bIns="46800">
            <a:spAutoFit/>
          </a:bodyPr>
          <a:lstStyle/>
          <a:p>
            <a:pPr algn="ctr">
              <a:buClr>
                <a:srgbClr val="000000"/>
              </a:buClr>
              <a:buSzPct val="100000"/>
              <a:buFont typeface="Times New Roman" pitchFamily="18" charset="0"/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altLang="pt-BR" b="1">
                <a:solidFill>
                  <a:srgbClr val="000000"/>
                </a:solidFill>
              </a:rPr>
              <a:t>Nome da Variável</a:t>
            </a:r>
          </a:p>
        </p:txBody>
      </p:sp>
      <p:sp>
        <p:nvSpPr>
          <p:cNvPr id="11270" name="AutoShape 6"/>
          <p:cNvSpPr>
            <a:spLocks/>
          </p:cNvSpPr>
          <p:nvPr/>
        </p:nvSpPr>
        <p:spPr bwMode="auto">
          <a:xfrm>
            <a:off x="4953000" y="2365375"/>
            <a:ext cx="3810000" cy="860425"/>
          </a:xfrm>
          <a:prstGeom prst="borderCallout2">
            <a:avLst>
              <a:gd name="adj1" fmla="val 13282"/>
              <a:gd name="adj2" fmla="val -2000"/>
              <a:gd name="adj3" fmla="val 13282"/>
              <a:gd name="adj4" fmla="val -19208"/>
              <a:gd name="adj5" fmla="val 128681"/>
              <a:gd name="adj6" fmla="val -42699"/>
            </a:avLst>
          </a:prstGeom>
          <a:solidFill>
            <a:srgbClr val="FFFF66"/>
          </a:solidFill>
          <a:ln w="38160">
            <a:solidFill>
              <a:srgbClr val="FFCC00"/>
            </a:solidFill>
            <a:miter lim="800000"/>
            <a:headEnd/>
            <a:tailEnd/>
          </a:ln>
          <a:effectLst/>
        </p:spPr>
        <p:txBody>
          <a:bodyPr lIns="90000" tIns="46800" rIns="90000" bIns="46800">
            <a:spAutoFit/>
          </a:bodyPr>
          <a:lstStyle/>
          <a:p>
            <a:pPr algn="ctr">
              <a:buClr>
                <a:srgbClr val="000000"/>
              </a:buClr>
              <a:buSzPct val="100000"/>
              <a:buFont typeface="Times New Roman" pitchFamily="18" charset="0"/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altLang="pt-BR" b="1">
                <a:solidFill>
                  <a:srgbClr val="000000"/>
                </a:solidFill>
              </a:rPr>
              <a:t>Comando de barra invertida</a:t>
            </a:r>
          </a:p>
        </p:txBody>
      </p:sp>
    </p:spTree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4" name="Rectangle 2"/>
          <p:cNvSpPr>
            <a:spLocks noGrp="1" noChangeArrowheads="1"/>
          </p:cNvSpPr>
          <p:nvPr>
            <p:ph type="title"/>
          </p:nvPr>
        </p:nvSpPr>
        <p:spPr>
          <a:xfrm>
            <a:off x="990600" y="495300"/>
            <a:ext cx="2514600" cy="762000"/>
          </a:xfrm>
        </p:spPr>
        <p:txBody>
          <a:bodyPr>
            <a:spAutoFit/>
          </a:bodyPr>
          <a:lstStyle/>
          <a:p>
            <a:pPr algn="ctr">
              <a:lnSpc>
                <a:spcPct val="100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altLang="pt-BR"/>
              <a:t>Exemplo</a:t>
            </a:r>
          </a:p>
        </p:txBody>
      </p:sp>
      <p:sp>
        <p:nvSpPr>
          <p:cNvPr id="2867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066800" y="1295400"/>
            <a:ext cx="7543800" cy="4141788"/>
          </a:xfrm>
        </p:spPr>
        <p:txBody>
          <a:bodyPr>
            <a:spAutoFit/>
          </a:bodyPr>
          <a:lstStyle/>
          <a:p>
            <a:pPr>
              <a:lnSpc>
                <a:spcPct val="100000"/>
              </a:lnSpc>
              <a:spcBef>
                <a:spcPts val="600"/>
              </a:spcBef>
              <a:buFont typeface="Monotype Sorts" charset="2"/>
              <a:buNone/>
              <a:tabLst>
                <a:tab pos="911225" algn="l"/>
                <a:tab pos="1825625" algn="l"/>
                <a:tab pos="2740025" algn="l"/>
                <a:tab pos="3654425" algn="l"/>
                <a:tab pos="4568825" algn="l"/>
                <a:tab pos="5483225" algn="l"/>
                <a:tab pos="6397625" algn="l"/>
                <a:tab pos="7312025" algn="l"/>
                <a:tab pos="8226425" algn="l"/>
                <a:tab pos="9140825" algn="l"/>
                <a:tab pos="10055225" algn="l"/>
              </a:tabLst>
            </a:pPr>
            <a:endParaRPr lang="en-GB" altLang="pt-BR" sz="2800" b="1">
              <a:solidFill>
                <a:srgbClr val="003399"/>
              </a:solidFill>
            </a:endParaRPr>
          </a:p>
          <a:p>
            <a:pPr>
              <a:lnSpc>
                <a:spcPct val="100000"/>
              </a:lnSpc>
              <a:spcBef>
                <a:spcPts val="600"/>
              </a:spcBef>
              <a:buFont typeface="Monotype Sorts" charset="2"/>
              <a:buNone/>
              <a:tabLst>
                <a:tab pos="911225" algn="l"/>
                <a:tab pos="1825625" algn="l"/>
                <a:tab pos="2740025" algn="l"/>
                <a:tab pos="3654425" algn="l"/>
                <a:tab pos="4568825" algn="l"/>
                <a:tab pos="5483225" algn="l"/>
                <a:tab pos="6397625" algn="l"/>
                <a:tab pos="7312025" algn="l"/>
                <a:tab pos="8226425" algn="l"/>
                <a:tab pos="9140825" algn="l"/>
                <a:tab pos="10055225" algn="l"/>
              </a:tabLst>
            </a:pPr>
            <a:r>
              <a:rPr lang="en-GB" altLang="pt-BR" sz="2800" b="1">
                <a:solidFill>
                  <a:srgbClr val="003399"/>
                </a:solidFill>
              </a:rPr>
              <a:t>Início</a:t>
            </a:r>
          </a:p>
          <a:p>
            <a:pPr>
              <a:lnSpc>
                <a:spcPct val="100000"/>
              </a:lnSpc>
              <a:spcBef>
                <a:spcPts val="600"/>
              </a:spcBef>
              <a:buFont typeface="Monotype Sorts" charset="2"/>
              <a:buNone/>
              <a:tabLst>
                <a:tab pos="911225" algn="l"/>
                <a:tab pos="1825625" algn="l"/>
                <a:tab pos="2740025" algn="l"/>
                <a:tab pos="3654425" algn="l"/>
                <a:tab pos="4568825" algn="l"/>
                <a:tab pos="5483225" algn="l"/>
                <a:tab pos="6397625" algn="l"/>
                <a:tab pos="7312025" algn="l"/>
                <a:tab pos="8226425" algn="l"/>
                <a:tab pos="9140825" algn="l"/>
                <a:tab pos="10055225" algn="l"/>
              </a:tabLst>
            </a:pPr>
            <a:r>
              <a:rPr lang="en-GB" altLang="pt-BR" sz="2800" b="1">
                <a:solidFill>
                  <a:srgbClr val="FF3300"/>
                </a:solidFill>
              </a:rPr>
              <a:t>    Inteiro  </a:t>
            </a:r>
            <a:r>
              <a:rPr lang="en-GB" altLang="pt-BR" sz="2800" b="1">
                <a:solidFill>
                  <a:srgbClr val="008000"/>
                </a:solidFill>
              </a:rPr>
              <a:t>: </a:t>
            </a:r>
            <a:r>
              <a:rPr lang="en-GB" altLang="pt-BR" sz="2800" b="1">
                <a:solidFill>
                  <a:srgbClr val="FF3300"/>
                </a:solidFill>
              </a:rPr>
              <a:t> Idade, TotalDias;</a:t>
            </a:r>
          </a:p>
          <a:p>
            <a:pPr>
              <a:lnSpc>
                <a:spcPct val="100000"/>
              </a:lnSpc>
              <a:spcBef>
                <a:spcPts val="600"/>
              </a:spcBef>
              <a:buFont typeface="Monotype Sorts" charset="2"/>
              <a:buNone/>
              <a:tabLst>
                <a:tab pos="911225" algn="l"/>
                <a:tab pos="1825625" algn="l"/>
                <a:tab pos="2740025" algn="l"/>
                <a:tab pos="3654425" algn="l"/>
                <a:tab pos="4568825" algn="l"/>
                <a:tab pos="5483225" algn="l"/>
                <a:tab pos="6397625" algn="l"/>
                <a:tab pos="7312025" algn="l"/>
                <a:tab pos="8226425" algn="l"/>
                <a:tab pos="9140825" algn="l"/>
                <a:tab pos="10055225" algn="l"/>
              </a:tabLst>
            </a:pPr>
            <a:r>
              <a:rPr lang="en-GB" altLang="pt-BR" sz="2800" b="1">
                <a:solidFill>
                  <a:srgbClr val="FF3300"/>
                </a:solidFill>
              </a:rPr>
              <a:t>    </a:t>
            </a:r>
            <a:r>
              <a:rPr lang="en-GB" altLang="pt-BR" sz="2800" b="1"/>
              <a:t>      </a:t>
            </a:r>
          </a:p>
          <a:p>
            <a:pPr>
              <a:lnSpc>
                <a:spcPct val="100000"/>
              </a:lnSpc>
              <a:spcBef>
                <a:spcPts val="600"/>
              </a:spcBef>
              <a:buFont typeface="Monotype Sorts" charset="2"/>
              <a:buNone/>
              <a:tabLst>
                <a:tab pos="911225" algn="l"/>
                <a:tab pos="1825625" algn="l"/>
                <a:tab pos="2740025" algn="l"/>
                <a:tab pos="3654425" algn="l"/>
                <a:tab pos="4568825" algn="l"/>
                <a:tab pos="5483225" algn="l"/>
                <a:tab pos="6397625" algn="l"/>
                <a:tab pos="7312025" algn="l"/>
                <a:tab pos="8226425" algn="l"/>
                <a:tab pos="9140825" algn="l"/>
                <a:tab pos="10055225" algn="l"/>
              </a:tabLst>
            </a:pPr>
            <a:r>
              <a:rPr lang="en-GB" altLang="pt-BR" sz="2800" b="1"/>
              <a:t>    </a:t>
            </a:r>
            <a:r>
              <a:rPr lang="en-GB" altLang="pt-BR" sz="2800" b="1">
                <a:solidFill>
                  <a:srgbClr val="008000"/>
                </a:solidFill>
              </a:rPr>
              <a:t>Leia(</a:t>
            </a:r>
            <a:r>
              <a:rPr lang="en-GB" altLang="pt-BR" sz="2800" b="1">
                <a:solidFill>
                  <a:srgbClr val="FF3300"/>
                </a:solidFill>
              </a:rPr>
              <a:t>Idade</a:t>
            </a:r>
            <a:r>
              <a:rPr lang="en-GB" altLang="pt-BR" sz="2800" b="1">
                <a:solidFill>
                  <a:srgbClr val="008000"/>
                </a:solidFill>
              </a:rPr>
              <a:t>);</a:t>
            </a:r>
          </a:p>
          <a:p>
            <a:pPr>
              <a:lnSpc>
                <a:spcPct val="100000"/>
              </a:lnSpc>
              <a:spcBef>
                <a:spcPts val="600"/>
              </a:spcBef>
              <a:buFont typeface="Monotype Sorts" charset="2"/>
              <a:buNone/>
              <a:tabLst>
                <a:tab pos="911225" algn="l"/>
                <a:tab pos="1825625" algn="l"/>
                <a:tab pos="2740025" algn="l"/>
                <a:tab pos="3654425" algn="l"/>
                <a:tab pos="4568825" algn="l"/>
                <a:tab pos="5483225" algn="l"/>
                <a:tab pos="6397625" algn="l"/>
                <a:tab pos="7312025" algn="l"/>
                <a:tab pos="8226425" algn="l"/>
                <a:tab pos="9140825" algn="l"/>
                <a:tab pos="10055225" algn="l"/>
              </a:tabLst>
            </a:pPr>
            <a:r>
              <a:rPr lang="en-GB" altLang="pt-BR" sz="2800" b="1"/>
              <a:t>    </a:t>
            </a:r>
            <a:r>
              <a:rPr lang="en-GB" altLang="pt-BR" sz="2800" b="1">
                <a:solidFill>
                  <a:srgbClr val="FF3300"/>
                </a:solidFill>
              </a:rPr>
              <a:t>TotalDias </a:t>
            </a:r>
            <a:r>
              <a:rPr lang="en-GB" altLang="pt-BR" sz="2800" b="1">
                <a:solidFill>
                  <a:srgbClr val="008000"/>
                </a:solidFill>
                <a:sym typeface="Symbol" pitchFamily="18" charset="2"/>
              </a:rPr>
              <a:t></a:t>
            </a:r>
            <a:r>
              <a:rPr lang="en-GB" altLang="pt-BR" sz="2800" b="1"/>
              <a:t> </a:t>
            </a:r>
            <a:r>
              <a:rPr lang="en-GB" altLang="pt-BR" sz="2800" b="1">
                <a:solidFill>
                  <a:srgbClr val="FF3300"/>
                </a:solidFill>
              </a:rPr>
              <a:t>Idade</a:t>
            </a:r>
            <a:r>
              <a:rPr lang="en-GB" altLang="pt-BR" sz="2800" b="1"/>
              <a:t> </a:t>
            </a:r>
            <a:r>
              <a:rPr lang="en-GB" altLang="pt-BR" sz="2800" b="1">
                <a:solidFill>
                  <a:srgbClr val="008000"/>
                </a:solidFill>
              </a:rPr>
              <a:t>*</a:t>
            </a:r>
            <a:r>
              <a:rPr lang="en-GB" altLang="pt-BR" sz="2800" b="1"/>
              <a:t> 365;</a:t>
            </a:r>
          </a:p>
          <a:p>
            <a:pPr>
              <a:lnSpc>
                <a:spcPct val="100000"/>
              </a:lnSpc>
              <a:spcBef>
                <a:spcPts val="600"/>
              </a:spcBef>
              <a:buFont typeface="Monotype Sorts" charset="2"/>
              <a:buNone/>
              <a:tabLst>
                <a:tab pos="911225" algn="l"/>
                <a:tab pos="1825625" algn="l"/>
                <a:tab pos="2740025" algn="l"/>
                <a:tab pos="3654425" algn="l"/>
                <a:tab pos="4568825" algn="l"/>
                <a:tab pos="5483225" algn="l"/>
                <a:tab pos="6397625" algn="l"/>
                <a:tab pos="7312025" algn="l"/>
                <a:tab pos="8226425" algn="l"/>
                <a:tab pos="9140825" algn="l"/>
                <a:tab pos="10055225" algn="l"/>
              </a:tabLst>
            </a:pPr>
            <a:r>
              <a:rPr lang="en-GB" altLang="pt-BR"/>
              <a:t>    </a:t>
            </a:r>
            <a:r>
              <a:rPr lang="en-GB" altLang="pt-BR" sz="2800" b="1">
                <a:solidFill>
                  <a:srgbClr val="008000"/>
                </a:solidFill>
              </a:rPr>
              <a:t>Escreva(</a:t>
            </a:r>
            <a:r>
              <a:rPr lang="en-GB" altLang="pt-BR" sz="2800" b="1">
                <a:solidFill>
                  <a:srgbClr val="FF3300"/>
                </a:solidFill>
              </a:rPr>
              <a:t>TotalDias</a:t>
            </a:r>
            <a:r>
              <a:rPr lang="en-GB" altLang="pt-BR" sz="2800" b="1">
                <a:solidFill>
                  <a:srgbClr val="008000"/>
                </a:solidFill>
              </a:rPr>
              <a:t>);</a:t>
            </a:r>
          </a:p>
          <a:p>
            <a:pPr>
              <a:lnSpc>
                <a:spcPct val="100000"/>
              </a:lnSpc>
              <a:spcBef>
                <a:spcPts val="600"/>
              </a:spcBef>
              <a:buFont typeface="Monotype Sorts" charset="2"/>
              <a:buNone/>
              <a:tabLst>
                <a:tab pos="911225" algn="l"/>
                <a:tab pos="1825625" algn="l"/>
                <a:tab pos="2740025" algn="l"/>
                <a:tab pos="3654425" algn="l"/>
                <a:tab pos="4568825" algn="l"/>
                <a:tab pos="5483225" algn="l"/>
                <a:tab pos="6397625" algn="l"/>
                <a:tab pos="7312025" algn="l"/>
                <a:tab pos="8226425" algn="l"/>
                <a:tab pos="9140825" algn="l"/>
                <a:tab pos="10055225" algn="l"/>
              </a:tabLst>
            </a:pPr>
            <a:r>
              <a:rPr lang="en-GB" altLang="pt-BR" sz="2800" b="1">
                <a:solidFill>
                  <a:srgbClr val="003399"/>
                </a:solidFill>
              </a:rPr>
              <a:t>Fim</a:t>
            </a:r>
          </a:p>
        </p:txBody>
      </p:sp>
      <p:sp>
        <p:nvSpPr>
          <p:cNvPr id="2" name="CaixaDeTexto 1"/>
          <p:cNvSpPr txBox="1"/>
          <p:nvPr/>
        </p:nvSpPr>
        <p:spPr>
          <a:xfrm>
            <a:off x="6948264" y="6237312"/>
            <a:ext cx="2088232" cy="461665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ctr">
              <a:defRPr/>
            </a:pPr>
            <a:r>
              <a:rPr lang="pt-BR" b="1" dirty="0">
                <a:solidFill>
                  <a:schemeClr val="tx1"/>
                </a:solidFill>
                <a:highlight>
                  <a:srgbClr val="FFFF00"/>
                </a:highlight>
                <a:cs typeface="+mn-cs"/>
              </a:rPr>
              <a:t>Exemplo1.alg</a:t>
            </a:r>
          </a:p>
        </p:txBody>
      </p:sp>
    </p:spTree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0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2" name="Rectangle 1"/>
          <p:cNvSpPr>
            <a:spLocks noGrp="1" noChangeArrowheads="1"/>
          </p:cNvSpPr>
          <p:nvPr>
            <p:ph type="title"/>
          </p:nvPr>
        </p:nvSpPr>
        <p:spPr>
          <a:xfrm>
            <a:off x="990600" y="457200"/>
            <a:ext cx="2286000" cy="762000"/>
          </a:xfrm>
        </p:spPr>
        <p:txBody>
          <a:bodyPr>
            <a:spAutoFit/>
          </a:bodyPr>
          <a:lstStyle/>
          <a:p>
            <a:pPr algn="ctr">
              <a:lnSpc>
                <a:spcPct val="100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altLang="pt-BR"/>
              <a:t>Exemplo</a:t>
            </a:r>
          </a:p>
        </p:txBody>
      </p:sp>
      <p:sp>
        <p:nvSpPr>
          <p:cNvPr id="30723" name="Rectangle 2"/>
          <p:cNvSpPr>
            <a:spLocks noGrp="1" noChangeArrowheads="1"/>
          </p:cNvSpPr>
          <p:nvPr>
            <p:ph type="body" idx="1"/>
          </p:nvPr>
        </p:nvSpPr>
        <p:spPr>
          <a:xfrm>
            <a:off x="914400" y="1371600"/>
            <a:ext cx="8077200" cy="3649663"/>
          </a:xfrm>
        </p:spPr>
        <p:txBody>
          <a:bodyPr>
            <a:spAutoFit/>
          </a:bodyPr>
          <a:lstStyle/>
          <a:p>
            <a:pPr>
              <a:lnSpc>
                <a:spcPct val="100000"/>
              </a:lnSpc>
              <a:spcBef>
                <a:spcPts val="600"/>
              </a:spcBef>
              <a:buFont typeface="Monotype Sorts" charset="2"/>
              <a:buNone/>
              <a:tabLst>
                <a:tab pos="911225" algn="l"/>
                <a:tab pos="1825625" algn="l"/>
                <a:tab pos="2740025" algn="l"/>
                <a:tab pos="3654425" algn="l"/>
                <a:tab pos="4568825" algn="l"/>
                <a:tab pos="5483225" algn="l"/>
                <a:tab pos="6397625" algn="l"/>
                <a:tab pos="7312025" algn="l"/>
                <a:tab pos="8226425" algn="l"/>
                <a:tab pos="9140825" algn="l"/>
                <a:tab pos="10055225" algn="l"/>
              </a:tabLst>
            </a:pPr>
            <a:r>
              <a:rPr lang="en-GB" altLang="pt-BR" sz="2400" b="1">
                <a:solidFill>
                  <a:srgbClr val="008000"/>
                </a:solidFill>
              </a:rPr>
              <a:t>#include &lt;stdio.h&gt;</a:t>
            </a:r>
          </a:p>
          <a:p>
            <a:pPr>
              <a:lnSpc>
                <a:spcPct val="100000"/>
              </a:lnSpc>
              <a:spcBef>
                <a:spcPts val="600"/>
              </a:spcBef>
              <a:buFont typeface="Monotype Sorts" charset="2"/>
              <a:buNone/>
              <a:tabLst>
                <a:tab pos="911225" algn="l"/>
                <a:tab pos="1825625" algn="l"/>
                <a:tab pos="2740025" algn="l"/>
                <a:tab pos="3654425" algn="l"/>
                <a:tab pos="4568825" algn="l"/>
                <a:tab pos="5483225" algn="l"/>
                <a:tab pos="6397625" algn="l"/>
                <a:tab pos="7312025" algn="l"/>
                <a:tab pos="8226425" algn="l"/>
                <a:tab pos="9140825" algn="l"/>
                <a:tab pos="10055225" algn="l"/>
              </a:tabLst>
            </a:pPr>
            <a:r>
              <a:rPr lang="en-GB" altLang="pt-BR" sz="2400" b="1">
                <a:solidFill>
                  <a:srgbClr val="003399"/>
                </a:solidFill>
              </a:rPr>
              <a:t>void main(void)</a:t>
            </a:r>
          </a:p>
          <a:p>
            <a:pPr>
              <a:lnSpc>
                <a:spcPct val="100000"/>
              </a:lnSpc>
              <a:spcBef>
                <a:spcPts val="600"/>
              </a:spcBef>
              <a:buFont typeface="Monotype Sorts" charset="2"/>
              <a:buNone/>
              <a:tabLst>
                <a:tab pos="911225" algn="l"/>
                <a:tab pos="1825625" algn="l"/>
                <a:tab pos="2740025" algn="l"/>
                <a:tab pos="3654425" algn="l"/>
                <a:tab pos="4568825" algn="l"/>
                <a:tab pos="5483225" algn="l"/>
                <a:tab pos="6397625" algn="l"/>
                <a:tab pos="7312025" algn="l"/>
                <a:tab pos="8226425" algn="l"/>
                <a:tab pos="9140825" algn="l"/>
                <a:tab pos="10055225" algn="l"/>
              </a:tabLst>
            </a:pPr>
            <a:r>
              <a:rPr lang="en-GB" altLang="pt-BR" sz="2400" b="1">
                <a:solidFill>
                  <a:srgbClr val="003399"/>
                </a:solidFill>
              </a:rPr>
              <a:t>{</a:t>
            </a:r>
          </a:p>
          <a:p>
            <a:pPr>
              <a:lnSpc>
                <a:spcPct val="100000"/>
              </a:lnSpc>
              <a:spcBef>
                <a:spcPts val="600"/>
              </a:spcBef>
              <a:buFont typeface="Monotype Sorts" charset="2"/>
              <a:buNone/>
              <a:tabLst>
                <a:tab pos="911225" algn="l"/>
                <a:tab pos="1825625" algn="l"/>
                <a:tab pos="2740025" algn="l"/>
                <a:tab pos="3654425" algn="l"/>
                <a:tab pos="4568825" algn="l"/>
                <a:tab pos="5483225" algn="l"/>
                <a:tab pos="6397625" algn="l"/>
                <a:tab pos="7312025" algn="l"/>
                <a:tab pos="8226425" algn="l"/>
                <a:tab pos="9140825" algn="l"/>
                <a:tab pos="10055225" algn="l"/>
              </a:tabLst>
            </a:pPr>
            <a:r>
              <a:rPr lang="en-GB" altLang="pt-BR" sz="2400" b="1">
                <a:solidFill>
                  <a:srgbClr val="FF3300"/>
                </a:solidFill>
              </a:rPr>
              <a:t>    int    Idade, TotalDias;        </a:t>
            </a:r>
          </a:p>
          <a:p>
            <a:pPr>
              <a:lnSpc>
                <a:spcPct val="100000"/>
              </a:lnSpc>
              <a:spcBef>
                <a:spcPts val="600"/>
              </a:spcBef>
              <a:buFont typeface="Monotype Sorts" charset="2"/>
              <a:buNone/>
              <a:tabLst>
                <a:tab pos="911225" algn="l"/>
                <a:tab pos="1825625" algn="l"/>
                <a:tab pos="2740025" algn="l"/>
                <a:tab pos="3654425" algn="l"/>
                <a:tab pos="4568825" algn="l"/>
                <a:tab pos="5483225" algn="l"/>
                <a:tab pos="6397625" algn="l"/>
                <a:tab pos="7312025" algn="l"/>
                <a:tab pos="8226425" algn="l"/>
                <a:tab pos="9140825" algn="l"/>
                <a:tab pos="10055225" algn="l"/>
              </a:tabLst>
            </a:pPr>
            <a:r>
              <a:rPr lang="en-GB" altLang="pt-BR" sz="2400" b="1">
                <a:solidFill>
                  <a:srgbClr val="008000"/>
                </a:solidFill>
              </a:rPr>
              <a:t>    scanf(“%</a:t>
            </a:r>
            <a:r>
              <a:rPr lang="en-GB" altLang="pt-BR" sz="2400" b="1"/>
              <a:t>i</a:t>
            </a:r>
            <a:r>
              <a:rPr lang="en-GB" altLang="pt-BR" sz="2400" b="1">
                <a:solidFill>
                  <a:srgbClr val="008000"/>
                </a:solidFill>
              </a:rPr>
              <a:t>”, &amp;</a:t>
            </a:r>
            <a:r>
              <a:rPr lang="en-GB" altLang="pt-BR" sz="2400" b="1">
                <a:solidFill>
                  <a:srgbClr val="FF3300"/>
                </a:solidFill>
              </a:rPr>
              <a:t>Idade</a:t>
            </a:r>
            <a:r>
              <a:rPr lang="en-GB" altLang="pt-BR" sz="2400" b="1">
                <a:solidFill>
                  <a:srgbClr val="008000"/>
                </a:solidFill>
              </a:rPr>
              <a:t>);</a:t>
            </a:r>
          </a:p>
          <a:p>
            <a:pPr>
              <a:lnSpc>
                <a:spcPct val="100000"/>
              </a:lnSpc>
              <a:spcBef>
                <a:spcPts val="600"/>
              </a:spcBef>
              <a:buFont typeface="Monotype Sorts" charset="2"/>
              <a:buNone/>
              <a:tabLst>
                <a:tab pos="911225" algn="l"/>
                <a:tab pos="1825625" algn="l"/>
                <a:tab pos="2740025" algn="l"/>
                <a:tab pos="3654425" algn="l"/>
                <a:tab pos="4568825" algn="l"/>
                <a:tab pos="5483225" algn="l"/>
                <a:tab pos="6397625" algn="l"/>
                <a:tab pos="7312025" algn="l"/>
                <a:tab pos="8226425" algn="l"/>
                <a:tab pos="9140825" algn="l"/>
                <a:tab pos="10055225" algn="l"/>
              </a:tabLst>
            </a:pPr>
            <a:r>
              <a:rPr lang="en-GB" altLang="pt-BR" sz="2400" b="1"/>
              <a:t>    </a:t>
            </a:r>
            <a:r>
              <a:rPr lang="en-GB" altLang="pt-BR" sz="2400" b="1">
                <a:solidFill>
                  <a:srgbClr val="FF3300"/>
                </a:solidFill>
              </a:rPr>
              <a:t>TotalDias </a:t>
            </a:r>
            <a:r>
              <a:rPr lang="en-GB" altLang="pt-BR" sz="2400" b="1">
                <a:solidFill>
                  <a:srgbClr val="008000"/>
                </a:solidFill>
              </a:rPr>
              <a:t>=</a:t>
            </a:r>
            <a:r>
              <a:rPr lang="en-GB" altLang="pt-BR" sz="2400" b="1"/>
              <a:t> </a:t>
            </a:r>
            <a:r>
              <a:rPr lang="en-GB" altLang="pt-BR" sz="2400" b="1">
                <a:solidFill>
                  <a:srgbClr val="FF3300"/>
                </a:solidFill>
              </a:rPr>
              <a:t>Idade</a:t>
            </a:r>
            <a:r>
              <a:rPr lang="en-GB" altLang="pt-BR" sz="2400" b="1"/>
              <a:t> </a:t>
            </a:r>
            <a:r>
              <a:rPr lang="en-GB" altLang="pt-BR" sz="2400" b="1">
                <a:solidFill>
                  <a:srgbClr val="008000"/>
                </a:solidFill>
              </a:rPr>
              <a:t>*</a:t>
            </a:r>
            <a:r>
              <a:rPr lang="en-GB" altLang="pt-BR" sz="2400" b="1"/>
              <a:t> 365;</a:t>
            </a:r>
          </a:p>
          <a:p>
            <a:pPr>
              <a:lnSpc>
                <a:spcPct val="100000"/>
              </a:lnSpc>
              <a:spcBef>
                <a:spcPts val="600"/>
              </a:spcBef>
              <a:buFont typeface="Monotype Sorts" charset="2"/>
              <a:buNone/>
              <a:tabLst>
                <a:tab pos="911225" algn="l"/>
                <a:tab pos="1825625" algn="l"/>
                <a:tab pos="2740025" algn="l"/>
                <a:tab pos="3654425" algn="l"/>
                <a:tab pos="4568825" algn="l"/>
                <a:tab pos="5483225" algn="l"/>
                <a:tab pos="6397625" algn="l"/>
                <a:tab pos="7312025" algn="l"/>
                <a:tab pos="8226425" algn="l"/>
                <a:tab pos="9140825" algn="l"/>
                <a:tab pos="10055225" algn="l"/>
              </a:tabLst>
            </a:pPr>
            <a:r>
              <a:rPr lang="en-GB" altLang="pt-BR" sz="2800"/>
              <a:t>    </a:t>
            </a:r>
            <a:r>
              <a:rPr lang="en-GB" altLang="pt-BR" sz="2400" b="1">
                <a:solidFill>
                  <a:srgbClr val="008000"/>
                </a:solidFill>
              </a:rPr>
              <a:t>printf(“%</a:t>
            </a:r>
            <a:r>
              <a:rPr lang="en-GB" altLang="pt-BR" sz="2400" b="1"/>
              <a:t>i</a:t>
            </a:r>
            <a:r>
              <a:rPr lang="en-GB" altLang="pt-BR" sz="2400" b="1">
                <a:solidFill>
                  <a:srgbClr val="008000"/>
                </a:solidFill>
              </a:rPr>
              <a:t>”, </a:t>
            </a:r>
            <a:r>
              <a:rPr lang="en-GB" altLang="pt-BR" sz="2400" b="1">
                <a:solidFill>
                  <a:srgbClr val="FF3300"/>
                </a:solidFill>
              </a:rPr>
              <a:t>TotalDias</a:t>
            </a:r>
            <a:r>
              <a:rPr lang="en-GB" altLang="pt-BR" sz="2400" b="1">
                <a:solidFill>
                  <a:srgbClr val="008000"/>
                </a:solidFill>
              </a:rPr>
              <a:t>);</a:t>
            </a:r>
          </a:p>
          <a:p>
            <a:pPr>
              <a:lnSpc>
                <a:spcPct val="100000"/>
              </a:lnSpc>
              <a:spcBef>
                <a:spcPts val="600"/>
              </a:spcBef>
              <a:buFont typeface="Monotype Sorts" charset="2"/>
              <a:buNone/>
              <a:tabLst>
                <a:tab pos="911225" algn="l"/>
                <a:tab pos="1825625" algn="l"/>
                <a:tab pos="2740025" algn="l"/>
                <a:tab pos="3654425" algn="l"/>
                <a:tab pos="4568825" algn="l"/>
                <a:tab pos="5483225" algn="l"/>
                <a:tab pos="6397625" algn="l"/>
                <a:tab pos="7312025" algn="l"/>
                <a:tab pos="8226425" algn="l"/>
                <a:tab pos="9140825" algn="l"/>
                <a:tab pos="10055225" algn="l"/>
              </a:tabLst>
            </a:pPr>
            <a:r>
              <a:rPr lang="en-GB" altLang="pt-BR" sz="2400" b="1">
                <a:solidFill>
                  <a:srgbClr val="003399"/>
                </a:solidFill>
              </a:rPr>
              <a:t>}</a:t>
            </a:r>
          </a:p>
        </p:txBody>
      </p:sp>
      <p:sp>
        <p:nvSpPr>
          <p:cNvPr id="30724" name="AutoShape 3">
            <a:hlinkClick r:id="rId3" action="ppaction://hlinksldjump"/>
          </p:cNvPr>
          <p:cNvSpPr>
            <a:spLocks noChangeArrowheads="1"/>
          </p:cNvSpPr>
          <p:nvPr/>
        </p:nvSpPr>
        <p:spPr bwMode="auto">
          <a:xfrm>
            <a:off x="4787900" y="2876550"/>
            <a:ext cx="609600" cy="228600"/>
          </a:xfrm>
          <a:prstGeom prst="actionButtonForwardNext">
            <a:avLst/>
          </a:prstGeom>
          <a:solidFill>
            <a:srgbClr val="FFCC00"/>
          </a:solidFill>
          <a:ln w="9360">
            <a:solidFill>
              <a:srgbClr val="000000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>
              <a:lnSpc>
                <a:spcPct val="95000"/>
              </a:lnSpc>
              <a:buClr>
                <a:srgbClr val="000000"/>
              </a:buClr>
              <a:buSzPct val="100000"/>
              <a:buFont typeface="Times New Roman" pitchFamily="18" charset="0"/>
              <a:buNone/>
            </a:pPr>
            <a:endParaRPr lang="pt-BR" altLang="pt-BR"/>
          </a:p>
        </p:txBody>
      </p:sp>
      <p:sp>
        <p:nvSpPr>
          <p:cNvPr id="30725" name="AutoShape 4">
            <a:hlinkClick r:id="rId4" action="ppaction://hlinksldjump"/>
          </p:cNvPr>
          <p:cNvSpPr>
            <a:spLocks noChangeArrowheads="1"/>
          </p:cNvSpPr>
          <p:nvPr/>
        </p:nvSpPr>
        <p:spPr bwMode="auto">
          <a:xfrm>
            <a:off x="4787900" y="3314700"/>
            <a:ext cx="609600" cy="228600"/>
          </a:xfrm>
          <a:prstGeom prst="actionButtonForwardNext">
            <a:avLst/>
          </a:prstGeom>
          <a:solidFill>
            <a:srgbClr val="FFCC00"/>
          </a:solidFill>
          <a:ln w="9360">
            <a:solidFill>
              <a:srgbClr val="000000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>
              <a:lnSpc>
                <a:spcPct val="95000"/>
              </a:lnSpc>
              <a:buClr>
                <a:srgbClr val="000000"/>
              </a:buClr>
              <a:buSzPct val="100000"/>
              <a:buFont typeface="Times New Roman" pitchFamily="18" charset="0"/>
              <a:buNone/>
            </a:pPr>
            <a:endParaRPr lang="pt-BR" altLang="pt-BR"/>
          </a:p>
        </p:txBody>
      </p:sp>
      <p:sp>
        <p:nvSpPr>
          <p:cNvPr id="30726" name="AutoShape 5">
            <a:hlinkClick r:id="rId5" action="ppaction://hlinksldjump"/>
          </p:cNvPr>
          <p:cNvSpPr>
            <a:spLocks noChangeArrowheads="1"/>
          </p:cNvSpPr>
          <p:nvPr/>
        </p:nvSpPr>
        <p:spPr bwMode="auto">
          <a:xfrm>
            <a:off x="4787900" y="3733800"/>
            <a:ext cx="609600" cy="228600"/>
          </a:xfrm>
          <a:prstGeom prst="actionButtonForwardNext">
            <a:avLst/>
          </a:prstGeom>
          <a:solidFill>
            <a:srgbClr val="FFCC00"/>
          </a:solidFill>
          <a:ln w="9360">
            <a:solidFill>
              <a:srgbClr val="000000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>
              <a:lnSpc>
                <a:spcPct val="95000"/>
              </a:lnSpc>
              <a:buClr>
                <a:srgbClr val="000000"/>
              </a:buClr>
              <a:buSzPct val="100000"/>
              <a:buFont typeface="Times New Roman" pitchFamily="18" charset="0"/>
              <a:buNone/>
            </a:pPr>
            <a:endParaRPr lang="pt-BR" altLang="pt-BR"/>
          </a:p>
        </p:txBody>
      </p:sp>
      <p:sp>
        <p:nvSpPr>
          <p:cNvPr id="30727" name="AutoShape 6">
            <a:hlinkClick r:id="rId6" action="ppaction://hlinksldjump"/>
          </p:cNvPr>
          <p:cNvSpPr>
            <a:spLocks noChangeArrowheads="1"/>
          </p:cNvSpPr>
          <p:nvPr/>
        </p:nvSpPr>
        <p:spPr bwMode="auto">
          <a:xfrm>
            <a:off x="4787900" y="4262438"/>
            <a:ext cx="609600" cy="228600"/>
          </a:xfrm>
          <a:prstGeom prst="actionButtonForwardNext">
            <a:avLst/>
          </a:prstGeom>
          <a:solidFill>
            <a:srgbClr val="FFCC00"/>
          </a:solidFill>
          <a:ln w="9360">
            <a:solidFill>
              <a:srgbClr val="000000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>
              <a:lnSpc>
                <a:spcPct val="95000"/>
              </a:lnSpc>
              <a:buClr>
                <a:srgbClr val="000000"/>
              </a:buClr>
              <a:buSzPct val="100000"/>
              <a:buFont typeface="Times New Roman" pitchFamily="18" charset="0"/>
              <a:buNone/>
            </a:pPr>
            <a:endParaRPr lang="pt-BR" altLang="pt-BR"/>
          </a:p>
        </p:txBody>
      </p:sp>
      <p:sp>
        <p:nvSpPr>
          <p:cNvPr id="2" name="CaixaDeTexto 1"/>
          <p:cNvSpPr txBox="1"/>
          <p:nvPr/>
        </p:nvSpPr>
        <p:spPr>
          <a:xfrm>
            <a:off x="6948264" y="6237312"/>
            <a:ext cx="2088232" cy="461665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ctr">
              <a:defRPr/>
            </a:pPr>
            <a:r>
              <a:rPr lang="pt-BR" b="1" dirty="0">
                <a:solidFill>
                  <a:schemeClr val="tx1"/>
                </a:solidFill>
                <a:highlight>
                  <a:srgbClr val="FFFF00"/>
                </a:highlight>
                <a:cs typeface="+mn-cs"/>
              </a:rPr>
              <a:t>Exemplo1.c</a:t>
            </a:r>
          </a:p>
        </p:txBody>
      </p:sp>
    </p:spTree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0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70" name="Rectangle 1"/>
          <p:cNvSpPr>
            <a:spLocks noGrp="1" noChangeArrowheads="1"/>
          </p:cNvSpPr>
          <p:nvPr>
            <p:ph type="title" idx="4294967295"/>
          </p:nvPr>
        </p:nvSpPr>
        <p:spPr>
          <a:xfrm>
            <a:off x="685800" y="419100"/>
            <a:ext cx="7772400" cy="762000"/>
          </a:xfrm>
        </p:spPr>
        <p:txBody>
          <a:bodyPr>
            <a:spAutoFit/>
          </a:bodyPr>
          <a:lstStyle/>
          <a:p>
            <a:pPr algn="ctr">
              <a:lnSpc>
                <a:spcPct val="100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altLang="pt-BR"/>
              <a:t>Criação de Variáveis</a:t>
            </a:r>
          </a:p>
        </p:txBody>
      </p:sp>
      <p:graphicFrame>
        <p:nvGraphicFramePr>
          <p:cNvPr id="32771" name="Object 2"/>
          <p:cNvGraphicFramePr>
            <a:graphicFrameLocks noChangeAspect="1"/>
          </p:cNvGraphicFramePr>
          <p:nvPr/>
        </p:nvGraphicFramePr>
        <p:xfrm>
          <a:off x="6629400" y="1657350"/>
          <a:ext cx="2133600" cy="13906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3" imgW="1066667" imgH="695238" progId="">
                  <p:embed/>
                </p:oleObj>
              </mc:Choice>
              <mc:Fallback>
                <p:oleObj r:id="rId3" imgW="1066667" imgH="695238" progId="">
                  <p:embed/>
                  <p:pic>
                    <p:nvPicPr>
                      <p:cNvPr id="0" name="Object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629400" y="1657350"/>
                        <a:ext cx="2133600" cy="139065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blipFill dpi="0" rotWithShape="0">
                              <a:blip/>
                              <a:srcRect/>
                              <a:stretch>
                                <a:fillRect/>
                              </a:stretch>
                            </a:blip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2772" name="Object 3"/>
          <p:cNvGraphicFramePr>
            <a:graphicFrameLocks noChangeAspect="1"/>
          </p:cNvGraphicFramePr>
          <p:nvPr/>
        </p:nvGraphicFramePr>
        <p:xfrm>
          <a:off x="1066800" y="1752600"/>
          <a:ext cx="2133600" cy="890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5" imgW="933580" imgH="390580" progId="">
                  <p:embed/>
                </p:oleObj>
              </mc:Choice>
              <mc:Fallback>
                <p:oleObj r:id="rId5" imgW="933580" imgH="390580" progId="">
                  <p:embed/>
                  <p:pic>
                    <p:nvPicPr>
                      <p:cNvPr id="0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066800" y="1752600"/>
                        <a:ext cx="2133600" cy="890588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blipFill dpi="0" rotWithShape="0">
                              <a:blip/>
                              <a:srcRect/>
                              <a:stretch>
                                <a:fillRect/>
                              </a:stretch>
                            </a:blip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2773" name="Object 4"/>
          <p:cNvGraphicFramePr>
            <a:graphicFrameLocks noChangeAspect="1"/>
          </p:cNvGraphicFramePr>
          <p:nvPr/>
        </p:nvGraphicFramePr>
        <p:xfrm>
          <a:off x="4419600" y="1447800"/>
          <a:ext cx="793750" cy="1600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7" imgW="628560" imgH="1247760" progId="">
                  <p:embed/>
                </p:oleObj>
              </mc:Choice>
              <mc:Fallback>
                <p:oleObj r:id="rId7" imgW="628560" imgH="1247760" progId="">
                  <p:embed/>
                  <p:pic>
                    <p:nvPicPr>
                      <p:cNvPr id="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419600" y="1447800"/>
                        <a:ext cx="793750" cy="16002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blipFill dpi="0" rotWithShape="0">
                              <a:blip/>
                              <a:srcRect/>
                              <a:stretch>
                                <a:fillRect/>
                              </a:stretch>
                            </a:blip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2774" name="Text Box 5"/>
          <p:cNvSpPr txBox="1">
            <a:spLocks noChangeArrowheads="1"/>
          </p:cNvSpPr>
          <p:nvPr/>
        </p:nvSpPr>
        <p:spPr bwMode="auto">
          <a:xfrm>
            <a:off x="1143000" y="2743200"/>
            <a:ext cx="1828800" cy="785813"/>
          </a:xfrm>
          <a:prstGeom prst="rect">
            <a:avLst/>
          </a:prstGeom>
          <a:noFill/>
          <a:ln w="9525">
            <a:noFill/>
            <a:round/>
            <a:headEnd/>
            <a:tailEnd/>
          </a:ln>
          <a:effectLst/>
        </p:spPr>
        <p:txBody>
          <a:bodyPr lIns="90000" tIns="46800" rIns="90000" bIns="46800">
            <a:spAutoFit/>
          </a:bodyPr>
          <a:lstStyle/>
          <a:p>
            <a:pPr algn="ctr">
              <a:spcBef>
                <a:spcPts val="1125"/>
              </a:spcBef>
              <a:buClr>
                <a:srgbClr val="000000"/>
              </a:buClr>
              <a:buSzPct val="100000"/>
              <a:buFont typeface="Times New Roman" pitchFamily="18" charset="0"/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altLang="pt-BR" sz="1800" b="1">
                <a:solidFill>
                  <a:srgbClr val="000000"/>
                </a:solidFill>
              </a:rPr>
              <a:t>ENTRADA</a:t>
            </a:r>
          </a:p>
          <a:p>
            <a:pPr algn="ctr">
              <a:spcBef>
                <a:spcPts val="1125"/>
              </a:spcBef>
              <a:buClr>
                <a:srgbClr val="000000"/>
              </a:buClr>
              <a:buSzPct val="100000"/>
              <a:buFont typeface="Times New Roman" pitchFamily="18" charset="0"/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altLang="pt-BR" sz="1800" b="1">
                <a:solidFill>
                  <a:srgbClr val="000000"/>
                </a:solidFill>
              </a:rPr>
              <a:t>(TECLADO)</a:t>
            </a:r>
          </a:p>
        </p:txBody>
      </p:sp>
      <p:sp>
        <p:nvSpPr>
          <p:cNvPr id="32775" name="Text Box 6"/>
          <p:cNvSpPr txBox="1">
            <a:spLocks noChangeArrowheads="1"/>
          </p:cNvSpPr>
          <p:nvPr/>
        </p:nvSpPr>
        <p:spPr bwMode="auto">
          <a:xfrm>
            <a:off x="3581400" y="3200400"/>
            <a:ext cx="2514600" cy="862013"/>
          </a:xfrm>
          <a:prstGeom prst="rect">
            <a:avLst/>
          </a:prstGeom>
          <a:noFill/>
          <a:ln w="9525">
            <a:noFill/>
            <a:round/>
            <a:headEnd/>
            <a:tailEnd/>
          </a:ln>
          <a:effectLst/>
        </p:spPr>
        <p:txBody>
          <a:bodyPr lIns="90000" tIns="46800" rIns="90000" bIns="46800">
            <a:spAutoFit/>
          </a:bodyPr>
          <a:lstStyle/>
          <a:p>
            <a:pPr algn="ctr">
              <a:spcBef>
                <a:spcPts val="1250"/>
              </a:spcBef>
              <a:buClr>
                <a:srgbClr val="000000"/>
              </a:buClr>
              <a:buSzPct val="100000"/>
              <a:buFont typeface="Times New Roman" pitchFamily="18" charset="0"/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altLang="pt-BR" sz="2000" b="1">
                <a:solidFill>
                  <a:srgbClr val="000000"/>
                </a:solidFill>
              </a:rPr>
              <a:t>PROCESSAMENTO</a:t>
            </a:r>
          </a:p>
          <a:p>
            <a:pPr algn="ctr">
              <a:spcBef>
                <a:spcPts val="1250"/>
              </a:spcBef>
              <a:buClr>
                <a:srgbClr val="000000"/>
              </a:buClr>
              <a:buSzPct val="100000"/>
              <a:buFont typeface="Times New Roman" pitchFamily="18" charset="0"/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altLang="pt-BR" sz="2000">
                <a:solidFill>
                  <a:srgbClr val="000000"/>
                </a:solidFill>
              </a:rPr>
              <a:t>Memória</a:t>
            </a:r>
          </a:p>
        </p:txBody>
      </p:sp>
      <p:sp>
        <p:nvSpPr>
          <p:cNvPr id="32776" name="Text Box 7"/>
          <p:cNvSpPr txBox="1">
            <a:spLocks noChangeArrowheads="1"/>
          </p:cNvSpPr>
          <p:nvPr/>
        </p:nvSpPr>
        <p:spPr bwMode="auto">
          <a:xfrm>
            <a:off x="6705600" y="3048000"/>
            <a:ext cx="1828800" cy="785813"/>
          </a:xfrm>
          <a:prstGeom prst="rect">
            <a:avLst/>
          </a:prstGeom>
          <a:noFill/>
          <a:ln w="9525">
            <a:noFill/>
            <a:round/>
            <a:headEnd/>
            <a:tailEnd/>
          </a:ln>
          <a:effectLst/>
        </p:spPr>
        <p:txBody>
          <a:bodyPr lIns="90000" tIns="46800" rIns="90000" bIns="46800">
            <a:spAutoFit/>
          </a:bodyPr>
          <a:lstStyle/>
          <a:p>
            <a:pPr algn="ctr">
              <a:spcBef>
                <a:spcPts val="1125"/>
              </a:spcBef>
              <a:buClr>
                <a:srgbClr val="000000"/>
              </a:buClr>
              <a:buSzPct val="100000"/>
              <a:buFont typeface="Times New Roman" pitchFamily="18" charset="0"/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altLang="pt-BR" sz="1800" b="1">
                <a:solidFill>
                  <a:srgbClr val="000000"/>
                </a:solidFill>
              </a:rPr>
              <a:t>SAÍDA </a:t>
            </a:r>
          </a:p>
          <a:p>
            <a:pPr algn="ctr">
              <a:spcBef>
                <a:spcPts val="1125"/>
              </a:spcBef>
              <a:buClr>
                <a:srgbClr val="000000"/>
              </a:buClr>
              <a:buSzPct val="100000"/>
              <a:buFont typeface="Times New Roman" pitchFamily="18" charset="0"/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altLang="pt-BR" sz="1800" b="1">
                <a:solidFill>
                  <a:srgbClr val="000000"/>
                </a:solidFill>
              </a:rPr>
              <a:t>(VÍDEO)</a:t>
            </a:r>
          </a:p>
        </p:txBody>
      </p:sp>
      <p:grpSp>
        <p:nvGrpSpPr>
          <p:cNvPr id="32777" name="Group 8"/>
          <p:cNvGrpSpPr>
            <a:grpSpLocks/>
          </p:cNvGrpSpPr>
          <p:nvPr/>
        </p:nvGrpSpPr>
        <p:grpSpPr bwMode="auto">
          <a:xfrm>
            <a:off x="3657600" y="4114800"/>
            <a:ext cx="2895600" cy="2590800"/>
            <a:chOff x="2304" y="2592"/>
            <a:chExt cx="1488" cy="1632"/>
          </a:xfrm>
        </p:grpSpPr>
        <p:sp>
          <p:nvSpPr>
            <p:cNvPr id="32782" name="Text Box 9"/>
            <p:cNvSpPr txBox="1">
              <a:spLocks noChangeArrowheads="1"/>
            </p:cNvSpPr>
            <p:nvPr/>
          </p:nvSpPr>
          <p:spPr bwMode="auto">
            <a:xfrm>
              <a:off x="2304" y="2592"/>
              <a:ext cx="1488" cy="1132"/>
            </a:xfrm>
            <a:prstGeom prst="rect">
              <a:avLst/>
            </a:prstGeom>
            <a:noFill/>
            <a:ln w="9360">
              <a:solidFill>
                <a:srgbClr val="000000"/>
              </a:solidFill>
              <a:miter lim="800000"/>
              <a:headEnd/>
              <a:tailEnd/>
            </a:ln>
            <a:effectLst/>
          </p:spPr>
          <p:txBody>
            <a:bodyPr lIns="90000" tIns="46800" rIns="90000" bIns="46800">
              <a:spAutoFit/>
            </a:bodyPr>
            <a:lstStyle/>
            <a:p>
              <a:pPr>
                <a:spcBef>
                  <a:spcPts val="1250"/>
                </a:spcBef>
                <a:buClr>
                  <a:srgbClr val="000000"/>
                </a:buClr>
                <a:buSzPct val="100000"/>
                <a:buFont typeface="Times New Roman" pitchFamily="18" charset="0"/>
                <a:buNone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endParaRPr lang="en-GB" altLang="pt-BR" sz="2000">
                <a:solidFill>
                  <a:srgbClr val="000000"/>
                </a:solidFill>
              </a:endParaRPr>
            </a:p>
            <a:p>
              <a:pPr>
                <a:spcBef>
                  <a:spcPts val="1250"/>
                </a:spcBef>
                <a:buClr>
                  <a:srgbClr val="000000"/>
                </a:buClr>
                <a:buSzPct val="100000"/>
                <a:buFont typeface="Times New Roman" pitchFamily="18" charset="0"/>
                <a:buNone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endParaRPr lang="en-GB" altLang="pt-BR" sz="2000">
                <a:solidFill>
                  <a:srgbClr val="000000"/>
                </a:solidFill>
              </a:endParaRPr>
            </a:p>
            <a:p>
              <a:pPr>
                <a:spcBef>
                  <a:spcPts val="1250"/>
                </a:spcBef>
                <a:buClr>
                  <a:srgbClr val="000000"/>
                </a:buClr>
                <a:buSzPct val="100000"/>
                <a:buFont typeface="Times New Roman" pitchFamily="18" charset="0"/>
                <a:buNone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endParaRPr lang="en-GB" altLang="pt-BR" sz="2000">
                <a:solidFill>
                  <a:srgbClr val="000000"/>
                </a:solidFill>
              </a:endParaRPr>
            </a:p>
            <a:p>
              <a:pPr>
                <a:spcBef>
                  <a:spcPts val="1250"/>
                </a:spcBef>
                <a:buClr>
                  <a:srgbClr val="000000"/>
                </a:buClr>
                <a:buSzPct val="100000"/>
                <a:buFont typeface="Times New Roman" pitchFamily="18" charset="0"/>
                <a:buNone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endParaRPr lang="en-GB" altLang="pt-BR" sz="2000">
                <a:solidFill>
                  <a:srgbClr val="000000"/>
                </a:solidFill>
              </a:endParaRPr>
            </a:p>
          </p:txBody>
        </p:sp>
        <p:sp>
          <p:nvSpPr>
            <p:cNvPr id="32783" name="Text Box 10"/>
            <p:cNvSpPr txBox="1">
              <a:spLocks noChangeArrowheads="1"/>
            </p:cNvSpPr>
            <p:nvPr/>
          </p:nvSpPr>
          <p:spPr bwMode="auto">
            <a:xfrm>
              <a:off x="2688" y="3930"/>
              <a:ext cx="720" cy="294"/>
            </a:xfrm>
            <a:prstGeom prst="rect">
              <a:avLst/>
            </a:prstGeom>
            <a:solidFill>
              <a:srgbClr val="FFFF66"/>
            </a:solidFill>
            <a:ln w="9360">
              <a:solidFill>
                <a:srgbClr val="000000"/>
              </a:solidFill>
              <a:miter lim="800000"/>
              <a:headEnd/>
              <a:tailEnd/>
            </a:ln>
            <a:effectLst/>
          </p:spPr>
          <p:txBody>
            <a:bodyPr lIns="90000" tIns="46800" rIns="90000" bIns="46800">
              <a:spAutoFit/>
            </a:bodyPr>
            <a:lstStyle/>
            <a:p>
              <a:pPr algn="ctr">
                <a:spcBef>
                  <a:spcPts val="1500"/>
                </a:spcBef>
                <a:buClr>
                  <a:srgbClr val="000000"/>
                </a:buClr>
                <a:buSzPct val="100000"/>
                <a:buFont typeface="Times New Roman" pitchFamily="18" charset="0"/>
                <a:buNone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GB" altLang="pt-BR" b="1">
                  <a:solidFill>
                    <a:srgbClr val="000000"/>
                  </a:solidFill>
                </a:rPr>
                <a:t>CPU</a:t>
              </a:r>
            </a:p>
          </p:txBody>
        </p:sp>
        <p:sp>
          <p:nvSpPr>
            <p:cNvPr id="32784" name="Line 11"/>
            <p:cNvSpPr>
              <a:spLocks noChangeShapeType="1"/>
            </p:cNvSpPr>
            <p:nvPr/>
          </p:nvSpPr>
          <p:spPr bwMode="auto">
            <a:xfrm flipV="1">
              <a:off x="2880" y="3743"/>
              <a:ext cx="1" cy="146"/>
            </a:xfrm>
            <a:prstGeom prst="line">
              <a:avLst/>
            </a:prstGeom>
            <a:noFill/>
            <a:ln w="28440">
              <a:solidFill>
                <a:srgbClr val="000000"/>
              </a:solidFill>
              <a:miter lim="800000"/>
              <a:headEnd/>
              <a:tailEnd type="triangle" w="med" len="med"/>
            </a:ln>
            <a:effectLst/>
          </p:spPr>
          <p:txBody>
            <a:bodyPr/>
            <a:lstStyle/>
            <a:p>
              <a:endParaRPr lang="pt-BR"/>
            </a:p>
          </p:txBody>
        </p:sp>
        <p:sp>
          <p:nvSpPr>
            <p:cNvPr id="32785" name="Line 12"/>
            <p:cNvSpPr>
              <a:spLocks noChangeShapeType="1"/>
            </p:cNvSpPr>
            <p:nvPr/>
          </p:nvSpPr>
          <p:spPr bwMode="auto">
            <a:xfrm flipV="1">
              <a:off x="3120" y="3743"/>
              <a:ext cx="1" cy="146"/>
            </a:xfrm>
            <a:prstGeom prst="line">
              <a:avLst/>
            </a:prstGeom>
            <a:noFill/>
            <a:ln w="28440">
              <a:solidFill>
                <a:srgbClr val="000000"/>
              </a:solidFill>
              <a:miter lim="800000"/>
              <a:headEnd type="triangle" w="med" len="med"/>
              <a:tailEnd/>
            </a:ln>
            <a:effectLst/>
          </p:spPr>
          <p:txBody>
            <a:bodyPr/>
            <a:lstStyle/>
            <a:p>
              <a:endParaRPr lang="pt-BR"/>
            </a:p>
          </p:txBody>
        </p:sp>
        <p:sp>
          <p:nvSpPr>
            <p:cNvPr id="32786" name="Text Box 13"/>
            <p:cNvSpPr txBox="1">
              <a:spLocks noChangeArrowheads="1"/>
            </p:cNvSpPr>
            <p:nvPr/>
          </p:nvSpPr>
          <p:spPr bwMode="auto">
            <a:xfrm>
              <a:off x="2304" y="2592"/>
              <a:ext cx="816" cy="253"/>
            </a:xfrm>
            <a:prstGeom prst="rect">
              <a:avLst/>
            </a:prstGeom>
            <a:noFill/>
            <a:ln w="9525">
              <a:noFill/>
              <a:round/>
              <a:headEnd/>
              <a:tailEnd/>
            </a:ln>
            <a:effectLst/>
          </p:spPr>
          <p:txBody>
            <a:bodyPr lIns="90000" tIns="46800" rIns="90000" bIns="46800">
              <a:spAutoFit/>
            </a:bodyPr>
            <a:lstStyle/>
            <a:p>
              <a:pPr algn="ctr">
                <a:spcBef>
                  <a:spcPts val="1250"/>
                </a:spcBef>
                <a:buClr>
                  <a:srgbClr val="FF3300"/>
                </a:buClr>
                <a:buSzPct val="100000"/>
                <a:buFont typeface="Times New Roman" pitchFamily="18" charset="0"/>
                <a:buNone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GB" altLang="pt-BR" sz="2000" b="1">
                  <a:solidFill>
                    <a:srgbClr val="FF3300"/>
                  </a:solidFill>
                </a:rPr>
                <a:t>Idade</a:t>
              </a:r>
            </a:p>
          </p:txBody>
        </p:sp>
        <p:sp>
          <p:nvSpPr>
            <p:cNvPr id="32787" name="Text Box 14"/>
            <p:cNvSpPr txBox="1">
              <a:spLocks noChangeArrowheads="1"/>
            </p:cNvSpPr>
            <p:nvPr/>
          </p:nvSpPr>
          <p:spPr bwMode="auto">
            <a:xfrm>
              <a:off x="2304" y="2832"/>
              <a:ext cx="864" cy="256"/>
            </a:xfrm>
            <a:prstGeom prst="rect">
              <a:avLst/>
            </a:prstGeom>
            <a:noFill/>
            <a:ln w="9360">
              <a:solidFill>
                <a:srgbClr val="000000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>
                <a:lnSpc>
                  <a:spcPct val="95000"/>
                </a:lnSpc>
                <a:buClr>
                  <a:srgbClr val="000000"/>
                </a:buClr>
                <a:buSzPct val="100000"/>
                <a:buFont typeface="Times New Roman" pitchFamily="18" charset="0"/>
                <a:buNone/>
              </a:pPr>
              <a:endParaRPr lang="pt-BR" altLang="pt-BR"/>
            </a:p>
          </p:txBody>
        </p:sp>
        <p:sp>
          <p:nvSpPr>
            <p:cNvPr id="32788" name="Text Box 15"/>
            <p:cNvSpPr txBox="1">
              <a:spLocks noChangeArrowheads="1"/>
            </p:cNvSpPr>
            <p:nvPr/>
          </p:nvSpPr>
          <p:spPr bwMode="auto">
            <a:xfrm>
              <a:off x="2304" y="3056"/>
              <a:ext cx="960" cy="251"/>
            </a:xfrm>
            <a:prstGeom prst="rect">
              <a:avLst/>
            </a:prstGeom>
            <a:noFill/>
            <a:ln w="9525">
              <a:noFill/>
              <a:round/>
              <a:headEnd/>
              <a:tailEnd/>
            </a:ln>
            <a:effectLst/>
          </p:spPr>
          <p:txBody>
            <a:bodyPr lIns="90000" tIns="46800" rIns="90000" bIns="46800">
              <a:spAutoFit/>
            </a:bodyPr>
            <a:lstStyle/>
            <a:p>
              <a:pPr algn="ctr">
                <a:spcBef>
                  <a:spcPts val="1250"/>
                </a:spcBef>
                <a:buClr>
                  <a:srgbClr val="FF3300"/>
                </a:buClr>
                <a:buSzPct val="100000"/>
                <a:buFont typeface="Times New Roman" pitchFamily="18" charset="0"/>
                <a:buNone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GB" altLang="pt-BR" sz="2000" b="1">
                  <a:solidFill>
                    <a:srgbClr val="FF3300"/>
                  </a:solidFill>
                </a:rPr>
                <a:t>TotalDias</a:t>
              </a:r>
            </a:p>
          </p:txBody>
        </p:sp>
        <p:sp>
          <p:nvSpPr>
            <p:cNvPr id="32789" name="Text Box 16"/>
            <p:cNvSpPr txBox="1">
              <a:spLocks noChangeArrowheads="1"/>
            </p:cNvSpPr>
            <p:nvPr/>
          </p:nvSpPr>
          <p:spPr bwMode="auto">
            <a:xfrm>
              <a:off x="2304" y="3296"/>
              <a:ext cx="864" cy="256"/>
            </a:xfrm>
            <a:prstGeom prst="rect">
              <a:avLst/>
            </a:prstGeom>
            <a:noFill/>
            <a:ln w="9360">
              <a:solidFill>
                <a:srgbClr val="000000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>
                <a:lnSpc>
                  <a:spcPct val="95000"/>
                </a:lnSpc>
                <a:buClr>
                  <a:srgbClr val="000000"/>
                </a:buClr>
                <a:buSzPct val="100000"/>
                <a:buFont typeface="Times New Roman" pitchFamily="18" charset="0"/>
                <a:buNone/>
              </a:pPr>
              <a:endParaRPr lang="pt-BR" altLang="pt-BR"/>
            </a:p>
          </p:txBody>
        </p:sp>
      </p:grpSp>
      <p:sp>
        <p:nvSpPr>
          <p:cNvPr id="32778" name="AutoShape 17"/>
          <p:cNvSpPr>
            <a:spLocks noChangeArrowheads="1"/>
          </p:cNvSpPr>
          <p:nvPr/>
        </p:nvSpPr>
        <p:spPr bwMode="auto">
          <a:xfrm>
            <a:off x="3276600" y="1981200"/>
            <a:ext cx="914400" cy="381000"/>
          </a:xfrm>
          <a:prstGeom prst="rightArrow">
            <a:avLst>
              <a:gd name="adj1" fmla="val 50000"/>
              <a:gd name="adj2" fmla="val 60000"/>
            </a:avLst>
          </a:prstGeom>
          <a:solidFill>
            <a:srgbClr val="5490A8"/>
          </a:solidFill>
          <a:ln w="9360">
            <a:solidFill>
              <a:srgbClr val="000000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>
              <a:lnSpc>
                <a:spcPct val="95000"/>
              </a:lnSpc>
              <a:buClr>
                <a:srgbClr val="000000"/>
              </a:buClr>
              <a:buSzPct val="100000"/>
              <a:buFont typeface="Times New Roman" pitchFamily="18" charset="0"/>
              <a:buNone/>
            </a:pPr>
            <a:endParaRPr lang="pt-BR" altLang="pt-BR"/>
          </a:p>
        </p:txBody>
      </p:sp>
      <p:sp>
        <p:nvSpPr>
          <p:cNvPr id="32779" name="AutoShape 18"/>
          <p:cNvSpPr>
            <a:spLocks noChangeArrowheads="1"/>
          </p:cNvSpPr>
          <p:nvPr/>
        </p:nvSpPr>
        <p:spPr bwMode="auto">
          <a:xfrm>
            <a:off x="5562600" y="1981200"/>
            <a:ext cx="914400" cy="381000"/>
          </a:xfrm>
          <a:prstGeom prst="rightArrow">
            <a:avLst>
              <a:gd name="adj1" fmla="val 50000"/>
              <a:gd name="adj2" fmla="val 60000"/>
            </a:avLst>
          </a:prstGeom>
          <a:solidFill>
            <a:srgbClr val="5490A8"/>
          </a:solidFill>
          <a:ln w="9360">
            <a:solidFill>
              <a:srgbClr val="000000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>
              <a:lnSpc>
                <a:spcPct val="95000"/>
              </a:lnSpc>
              <a:buClr>
                <a:srgbClr val="000000"/>
              </a:buClr>
              <a:buSzPct val="100000"/>
              <a:buFont typeface="Times New Roman" pitchFamily="18" charset="0"/>
              <a:buNone/>
            </a:pPr>
            <a:endParaRPr lang="pt-BR" altLang="pt-BR"/>
          </a:p>
        </p:txBody>
      </p:sp>
      <p:sp>
        <p:nvSpPr>
          <p:cNvPr id="32780" name="AutoShape 19">
            <a:hlinkClick r:id="rId9" action="ppaction://hlinksldjump"/>
          </p:cNvPr>
          <p:cNvSpPr>
            <a:spLocks noChangeArrowheads="1"/>
          </p:cNvSpPr>
          <p:nvPr/>
        </p:nvSpPr>
        <p:spPr bwMode="auto">
          <a:xfrm>
            <a:off x="8610600" y="6324600"/>
            <a:ext cx="357188" cy="357188"/>
          </a:xfrm>
          <a:prstGeom prst="actionButtonBackPrevious">
            <a:avLst/>
          </a:prstGeom>
          <a:solidFill>
            <a:srgbClr val="FF3399"/>
          </a:solidFill>
          <a:ln w="9360">
            <a:solidFill>
              <a:srgbClr val="000000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>
              <a:lnSpc>
                <a:spcPct val="95000"/>
              </a:lnSpc>
              <a:buClr>
                <a:srgbClr val="000000"/>
              </a:buClr>
              <a:buSzPct val="100000"/>
              <a:buFont typeface="Times New Roman" pitchFamily="18" charset="0"/>
              <a:buNone/>
            </a:pPr>
            <a:endParaRPr lang="pt-BR" altLang="pt-BR"/>
          </a:p>
        </p:txBody>
      </p:sp>
      <p:sp>
        <p:nvSpPr>
          <p:cNvPr id="2" name="Texto Explicativo: Linha Dobrada 1"/>
          <p:cNvSpPr/>
          <p:nvPr/>
        </p:nvSpPr>
        <p:spPr bwMode="auto">
          <a:xfrm>
            <a:off x="1066800" y="4221088"/>
            <a:ext cx="1632992" cy="1011312"/>
          </a:xfrm>
          <a:prstGeom prst="borderCallout2">
            <a:avLst>
              <a:gd name="adj1" fmla="val 14465"/>
              <a:gd name="adj2" fmla="val 109595"/>
              <a:gd name="adj3" fmla="val 70166"/>
              <a:gd name="adj4" fmla="val 125165"/>
              <a:gd name="adj5" fmla="val 71751"/>
              <a:gd name="adj6" fmla="val 149999"/>
            </a:avLst>
          </a:prstGeom>
          <a:solidFill>
            <a:srgbClr val="00B8FF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>
              <a:lnSpc>
                <a:spcPct val="95000"/>
              </a:lnSpc>
              <a:buClr>
                <a:srgbClr val="000000"/>
              </a:buClr>
              <a:buSzPct val="100000"/>
              <a:buFont typeface="Times New Roman" panose="02020603050405020304" pitchFamily="18" charset="0"/>
              <a:buNone/>
              <a:defRPr/>
            </a:pPr>
            <a:r>
              <a:rPr lang="pt-BR" sz="1600" b="1" dirty="0">
                <a:solidFill>
                  <a:schemeClr val="tx1"/>
                </a:solidFill>
                <a:cs typeface="+mn-cs"/>
              </a:rPr>
              <a:t>Aloca uma </a:t>
            </a:r>
            <a:r>
              <a:rPr lang="pt-BR" sz="1600" b="1" dirty="0" err="1">
                <a:solidFill>
                  <a:schemeClr val="tx1"/>
                </a:solidFill>
                <a:cs typeface="+mn-cs"/>
              </a:rPr>
              <a:t>qtde</a:t>
            </a:r>
            <a:r>
              <a:rPr lang="pt-BR" sz="1600" b="1" dirty="0">
                <a:solidFill>
                  <a:schemeClr val="tx1"/>
                </a:solidFill>
                <a:cs typeface="+mn-cs"/>
              </a:rPr>
              <a:t>. de </a:t>
            </a:r>
            <a:r>
              <a:rPr lang="pt-BR" sz="1600" b="1" dirty="0">
                <a:solidFill>
                  <a:srgbClr val="FF0000"/>
                </a:solidFill>
                <a:highlight>
                  <a:srgbClr val="FFFF00"/>
                </a:highlight>
                <a:cs typeface="+mn-cs"/>
              </a:rPr>
              <a:t>4 bytes</a:t>
            </a:r>
            <a:r>
              <a:rPr lang="pt-BR" sz="1600" b="1" dirty="0">
                <a:solidFill>
                  <a:srgbClr val="FF0000"/>
                </a:solidFill>
                <a:cs typeface="+mn-cs"/>
              </a:rPr>
              <a:t> </a:t>
            </a:r>
            <a:r>
              <a:rPr lang="pt-BR" sz="1600" b="1" dirty="0">
                <a:solidFill>
                  <a:schemeClr val="tx1"/>
                </a:solidFill>
                <a:cs typeface="+mn-cs"/>
              </a:rPr>
              <a:t>para cada variável do tipo </a:t>
            </a:r>
            <a:r>
              <a:rPr lang="pt-BR" sz="1600" b="1" dirty="0" err="1">
                <a:solidFill>
                  <a:srgbClr val="FF0000"/>
                </a:solidFill>
                <a:highlight>
                  <a:srgbClr val="FFFF00"/>
                </a:highlight>
                <a:cs typeface="+mn-cs"/>
              </a:rPr>
              <a:t>int</a:t>
            </a:r>
            <a:endParaRPr lang="pt-BR" sz="1600" b="1" dirty="0">
              <a:solidFill>
                <a:srgbClr val="FF0000"/>
              </a:solidFill>
              <a:highlight>
                <a:srgbClr val="FFFF00"/>
              </a:highlight>
              <a:cs typeface="+mn-cs"/>
            </a:endParaRPr>
          </a:p>
        </p:txBody>
      </p:sp>
    </p:spTree>
  </p:cSld>
  <p:clrMapOvr>
    <a:masterClrMapping/>
  </p:clrMapOvr>
  <p:transition spd="med"/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8" name="Rectangle 1"/>
          <p:cNvSpPr>
            <a:spLocks noGrp="1" noChangeArrowheads="1"/>
          </p:cNvSpPr>
          <p:nvPr>
            <p:ph type="title" idx="4294967295"/>
          </p:nvPr>
        </p:nvSpPr>
        <p:spPr>
          <a:xfrm>
            <a:off x="685800" y="419100"/>
            <a:ext cx="7772400" cy="762000"/>
          </a:xfrm>
        </p:spPr>
        <p:txBody>
          <a:bodyPr>
            <a:spAutoFit/>
          </a:bodyPr>
          <a:lstStyle/>
          <a:p>
            <a:pPr algn="ctr">
              <a:lnSpc>
                <a:spcPct val="100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altLang="pt-BR"/>
              <a:t>Entrada de Dados</a:t>
            </a:r>
          </a:p>
        </p:txBody>
      </p:sp>
      <p:graphicFrame>
        <p:nvGraphicFramePr>
          <p:cNvPr id="34819" name="Object 2"/>
          <p:cNvGraphicFramePr>
            <a:graphicFrameLocks noChangeAspect="1"/>
          </p:cNvGraphicFramePr>
          <p:nvPr/>
        </p:nvGraphicFramePr>
        <p:xfrm>
          <a:off x="6629400" y="1657350"/>
          <a:ext cx="2133600" cy="13906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3" imgW="1066667" imgH="695238" progId="">
                  <p:embed/>
                </p:oleObj>
              </mc:Choice>
              <mc:Fallback>
                <p:oleObj r:id="rId3" imgW="1066667" imgH="695238" progId="">
                  <p:embed/>
                  <p:pic>
                    <p:nvPicPr>
                      <p:cNvPr id="0" name="Object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629400" y="1657350"/>
                        <a:ext cx="2133600" cy="139065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blipFill dpi="0" rotWithShape="0">
                              <a:blip/>
                              <a:srcRect/>
                              <a:stretch>
                                <a:fillRect/>
                              </a:stretch>
                            </a:blip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4820" name="Object 3"/>
          <p:cNvGraphicFramePr>
            <a:graphicFrameLocks noChangeAspect="1"/>
          </p:cNvGraphicFramePr>
          <p:nvPr/>
        </p:nvGraphicFramePr>
        <p:xfrm>
          <a:off x="1066800" y="1752600"/>
          <a:ext cx="2133600" cy="890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5" imgW="933580" imgH="390580" progId="">
                  <p:embed/>
                </p:oleObj>
              </mc:Choice>
              <mc:Fallback>
                <p:oleObj r:id="rId5" imgW="933580" imgH="390580" progId="">
                  <p:embed/>
                  <p:pic>
                    <p:nvPicPr>
                      <p:cNvPr id="0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066800" y="1752600"/>
                        <a:ext cx="2133600" cy="890588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blipFill dpi="0" rotWithShape="0">
                              <a:blip/>
                              <a:srcRect/>
                              <a:stretch>
                                <a:fillRect/>
                              </a:stretch>
                            </a:blip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4821" name="Object 4"/>
          <p:cNvGraphicFramePr>
            <a:graphicFrameLocks noChangeAspect="1"/>
          </p:cNvGraphicFramePr>
          <p:nvPr/>
        </p:nvGraphicFramePr>
        <p:xfrm>
          <a:off x="4419600" y="1447800"/>
          <a:ext cx="793750" cy="1600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7" imgW="628560" imgH="1247760" progId="">
                  <p:embed/>
                </p:oleObj>
              </mc:Choice>
              <mc:Fallback>
                <p:oleObj r:id="rId7" imgW="628560" imgH="1247760" progId="">
                  <p:embed/>
                  <p:pic>
                    <p:nvPicPr>
                      <p:cNvPr id="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419600" y="1447800"/>
                        <a:ext cx="793750" cy="16002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blipFill dpi="0" rotWithShape="0">
                              <a:blip/>
                              <a:srcRect/>
                              <a:stretch>
                                <a:fillRect/>
                              </a:stretch>
                            </a:blip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4822" name="Text Box 5"/>
          <p:cNvSpPr txBox="1">
            <a:spLocks noChangeArrowheads="1"/>
          </p:cNvSpPr>
          <p:nvPr/>
        </p:nvSpPr>
        <p:spPr bwMode="auto">
          <a:xfrm>
            <a:off x="1143000" y="2743200"/>
            <a:ext cx="1828800" cy="785813"/>
          </a:xfrm>
          <a:prstGeom prst="rect">
            <a:avLst/>
          </a:prstGeom>
          <a:noFill/>
          <a:ln w="9525">
            <a:noFill/>
            <a:round/>
            <a:headEnd/>
            <a:tailEnd/>
          </a:ln>
          <a:effectLst/>
        </p:spPr>
        <p:txBody>
          <a:bodyPr lIns="90000" tIns="46800" rIns="90000" bIns="46800">
            <a:spAutoFit/>
          </a:bodyPr>
          <a:lstStyle/>
          <a:p>
            <a:pPr algn="ctr">
              <a:spcBef>
                <a:spcPts val="1125"/>
              </a:spcBef>
              <a:buClr>
                <a:srgbClr val="000000"/>
              </a:buClr>
              <a:buSzPct val="100000"/>
              <a:buFont typeface="Times New Roman" pitchFamily="18" charset="0"/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altLang="pt-BR" sz="1800" b="1">
                <a:solidFill>
                  <a:srgbClr val="000000"/>
                </a:solidFill>
              </a:rPr>
              <a:t>ENTRADA</a:t>
            </a:r>
          </a:p>
          <a:p>
            <a:pPr algn="ctr">
              <a:spcBef>
                <a:spcPts val="1125"/>
              </a:spcBef>
              <a:buClr>
                <a:srgbClr val="000000"/>
              </a:buClr>
              <a:buSzPct val="100000"/>
              <a:buFont typeface="Times New Roman" pitchFamily="18" charset="0"/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altLang="pt-BR" sz="1800" b="1">
                <a:solidFill>
                  <a:srgbClr val="000000"/>
                </a:solidFill>
              </a:rPr>
              <a:t>(TECLADO)</a:t>
            </a:r>
          </a:p>
        </p:txBody>
      </p:sp>
      <p:sp>
        <p:nvSpPr>
          <p:cNvPr id="34823" name="Text Box 6"/>
          <p:cNvSpPr txBox="1">
            <a:spLocks noChangeArrowheads="1"/>
          </p:cNvSpPr>
          <p:nvPr/>
        </p:nvSpPr>
        <p:spPr bwMode="auto">
          <a:xfrm>
            <a:off x="3581400" y="3200400"/>
            <a:ext cx="2514600" cy="862013"/>
          </a:xfrm>
          <a:prstGeom prst="rect">
            <a:avLst/>
          </a:prstGeom>
          <a:noFill/>
          <a:ln w="9525">
            <a:noFill/>
            <a:round/>
            <a:headEnd/>
            <a:tailEnd/>
          </a:ln>
          <a:effectLst/>
        </p:spPr>
        <p:txBody>
          <a:bodyPr lIns="90000" tIns="46800" rIns="90000" bIns="46800">
            <a:spAutoFit/>
          </a:bodyPr>
          <a:lstStyle/>
          <a:p>
            <a:pPr algn="ctr">
              <a:spcBef>
                <a:spcPts val="1250"/>
              </a:spcBef>
              <a:buClr>
                <a:srgbClr val="000000"/>
              </a:buClr>
              <a:buSzPct val="100000"/>
              <a:buFont typeface="Times New Roman" pitchFamily="18" charset="0"/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altLang="pt-BR" sz="2000" b="1">
                <a:solidFill>
                  <a:srgbClr val="000000"/>
                </a:solidFill>
              </a:rPr>
              <a:t>PROCESSAMENTO</a:t>
            </a:r>
          </a:p>
          <a:p>
            <a:pPr algn="ctr">
              <a:spcBef>
                <a:spcPts val="1250"/>
              </a:spcBef>
              <a:buClr>
                <a:srgbClr val="000000"/>
              </a:buClr>
              <a:buSzPct val="100000"/>
              <a:buFont typeface="Times New Roman" pitchFamily="18" charset="0"/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altLang="pt-BR" sz="2000">
                <a:solidFill>
                  <a:srgbClr val="000000"/>
                </a:solidFill>
              </a:rPr>
              <a:t>Memória</a:t>
            </a:r>
          </a:p>
        </p:txBody>
      </p:sp>
      <p:sp>
        <p:nvSpPr>
          <p:cNvPr id="34824" name="Text Box 7"/>
          <p:cNvSpPr txBox="1">
            <a:spLocks noChangeArrowheads="1"/>
          </p:cNvSpPr>
          <p:nvPr/>
        </p:nvSpPr>
        <p:spPr bwMode="auto">
          <a:xfrm>
            <a:off x="6705600" y="3048000"/>
            <a:ext cx="1828800" cy="785813"/>
          </a:xfrm>
          <a:prstGeom prst="rect">
            <a:avLst/>
          </a:prstGeom>
          <a:noFill/>
          <a:ln w="9525">
            <a:noFill/>
            <a:round/>
            <a:headEnd/>
            <a:tailEnd/>
          </a:ln>
          <a:effectLst/>
        </p:spPr>
        <p:txBody>
          <a:bodyPr lIns="90000" tIns="46800" rIns="90000" bIns="46800">
            <a:spAutoFit/>
          </a:bodyPr>
          <a:lstStyle/>
          <a:p>
            <a:pPr algn="ctr">
              <a:spcBef>
                <a:spcPts val="1125"/>
              </a:spcBef>
              <a:buClr>
                <a:srgbClr val="000000"/>
              </a:buClr>
              <a:buSzPct val="100000"/>
              <a:buFont typeface="Times New Roman" pitchFamily="18" charset="0"/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altLang="pt-BR" sz="1800" b="1">
                <a:solidFill>
                  <a:srgbClr val="000000"/>
                </a:solidFill>
              </a:rPr>
              <a:t>SAÍDA </a:t>
            </a:r>
          </a:p>
          <a:p>
            <a:pPr algn="ctr">
              <a:spcBef>
                <a:spcPts val="1125"/>
              </a:spcBef>
              <a:buClr>
                <a:srgbClr val="000000"/>
              </a:buClr>
              <a:buSzPct val="100000"/>
              <a:buFont typeface="Times New Roman" pitchFamily="18" charset="0"/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altLang="pt-BR" sz="1800" b="1">
                <a:solidFill>
                  <a:srgbClr val="000000"/>
                </a:solidFill>
              </a:rPr>
              <a:t>(VÍDEO)</a:t>
            </a:r>
          </a:p>
        </p:txBody>
      </p:sp>
      <p:sp>
        <p:nvSpPr>
          <p:cNvPr id="34825" name="AutoShape 8"/>
          <p:cNvSpPr>
            <a:spLocks noChangeArrowheads="1"/>
          </p:cNvSpPr>
          <p:nvPr/>
        </p:nvSpPr>
        <p:spPr bwMode="auto">
          <a:xfrm>
            <a:off x="3276600" y="1981200"/>
            <a:ext cx="914400" cy="381000"/>
          </a:xfrm>
          <a:prstGeom prst="rightArrow">
            <a:avLst>
              <a:gd name="adj1" fmla="val 50000"/>
              <a:gd name="adj2" fmla="val 60000"/>
            </a:avLst>
          </a:prstGeom>
          <a:solidFill>
            <a:srgbClr val="5490A8"/>
          </a:solidFill>
          <a:ln w="9360">
            <a:solidFill>
              <a:srgbClr val="000000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>
              <a:lnSpc>
                <a:spcPct val="95000"/>
              </a:lnSpc>
              <a:buClr>
                <a:srgbClr val="000000"/>
              </a:buClr>
              <a:buSzPct val="100000"/>
              <a:buFont typeface="Times New Roman" pitchFamily="18" charset="0"/>
              <a:buNone/>
            </a:pPr>
            <a:endParaRPr lang="pt-BR" altLang="pt-BR"/>
          </a:p>
        </p:txBody>
      </p:sp>
      <p:sp>
        <p:nvSpPr>
          <p:cNvPr id="34826" name="AutoShape 9"/>
          <p:cNvSpPr>
            <a:spLocks noChangeArrowheads="1"/>
          </p:cNvSpPr>
          <p:nvPr/>
        </p:nvSpPr>
        <p:spPr bwMode="auto">
          <a:xfrm>
            <a:off x="5562600" y="1981200"/>
            <a:ext cx="914400" cy="381000"/>
          </a:xfrm>
          <a:prstGeom prst="rightArrow">
            <a:avLst>
              <a:gd name="adj1" fmla="val 50000"/>
              <a:gd name="adj2" fmla="val 60000"/>
            </a:avLst>
          </a:prstGeom>
          <a:solidFill>
            <a:srgbClr val="5490A8"/>
          </a:solidFill>
          <a:ln w="9360">
            <a:solidFill>
              <a:srgbClr val="000000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>
              <a:lnSpc>
                <a:spcPct val="95000"/>
              </a:lnSpc>
              <a:buClr>
                <a:srgbClr val="000000"/>
              </a:buClr>
              <a:buSzPct val="100000"/>
              <a:buFont typeface="Times New Roman" pitchFamily="18" charset="0"/>
              <a:buNone/>
            </a:pPr>
            <a:endParaRPr lang="pt-BR" altLang="pt-BR"/>
          </a:p>
        </p:txBody>
      </p:sp>
      <p:sp>
        <p:nvSpPr>
          <p:cNvPr id="34827" name="AutoShape 10">
            <a:hlinkClick r:id="rId9" action="ppaction://hlinksldjump"/>
          </p:cNvPr>
          <p:cNvSpPr>
            <a:spLocks noChangeArrowheads="1"/>
          </p:cNvSpPr>
          <p:nvPr/>
        </p:nvSpPr>
        <p:spPr bwMode="auto">
          <a:xfrm>
            <a:off x="8610600" y="6324600"/>
            <a:ext cx="357188" cy="357188"/>
          </a:xfrm>
          <a:prstGeom prst="actionButtonBackPrevious">
            <a:avLst/>
          </a:prstGeom>
          <a:solidFill>
            <a:srgbClr val="FF3399"/>
          </a:solidFill>
          <a:ln w="9360">
            <a:solidFill>
              <a:srgbClr val="000000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>
              <a:lnSpc>
                <a:spcPct val="95000"/>
              </a:lnSpc>
              <a:buClr>
                <a:srgbClr val="000000"/>
              </a:buClr>
              <a:buSzPct val="100000"/>
              <a:buFont typeface="Times New Roman" pitchFamily="18" charset="0"/>
              <a:buNone/>
            </a:pPr>
            <a:endParaRPr lang="pt-BR" altLang="pt-BR"/>
          </a:p>
        </p:txBody>
      </p:sp>
      <p:grpSp>
        <p:nvGrpSpPr>
          <p:cNvPr id="34828" name="Group 33"/>
          <p:cNvGrpSpPr>
            <a:grpSpLocks/>
          </p:cNvGrpSpPr>
          <p:nvPr/>
        </p:nvGrpSpPr>
        <p:grpSpPr bwMode="auto">
          <a:xfrm>
            <a:off x="990600" y="3733800"/>
            <a:ext cx="5715000" cy="2971800"/>
            <a:chOff x="432" y="2352"/>
            <a:chExt cx="3600" cy="1872"/>
          </a:xfrm>
        </p:grpSpPr>
        <p:sp>
          <p:nvSpPr>
            <p:cNvPr id="34832" name="Text Box 12"/>
            <p:cNvSpPr txBox="1">
              <a:spLocks noChangeArrowheads="1"/>
            </p:cNvSpPr>
            <p:nvPr/>
          </p:nvSpPr>
          <p:spPr bwMode="auto">
            <a:xfrm>
              <a:off x="2475" y="2592"/>
              <a:ext cx="1557" cy="1132"/>
            </a:xfrm>
            <a:prstGeom prst="rect">
              <a:avLst/>
            </a:prstGeom>
            <a:noFill/>
            <a:ln w="9360">
              <a:solidFill>
                <a:srgbClr val="000000"/>
              </a:solidFill>
              <a:miter lim="800000"/>
              <a:headEnd/>
              <a:tailEnd/>
            </a:ln>
            <a:effectLst/>
          </p:spPr>
          <p:txBody>
            <a:bodyPr lIns="90000" tIns="46800" rIns="90000" bIns="46800">
              <a:spAutoFit/>
            </a:bodyPr>
            <a:lstStyle/>
            <a:p>
              <a:pPr>
                <a:spcBef>
                  <a:spcPts val="1250"/>
                </a:spcBef>
                <a:buClr>
                  <a:srgbClr val="000000"/>
                </a:buClr>
                <a:buSzPct val="100000"/>
                <a:buFont typeface="Times New Roman" pitchFamily="18" charset="0"/>
                <a:buNone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endParaRPr lang="en-GB" altLang="pt-BR" sz="2000">
                <a:solidFill>
                  <a:srgbClr val="000000"/>
                </a:solidFill>
              </a:endParaRPr>
            </a:p>
            <a:p>
              <a:pPr>
                <a:spcBef>
                  <a:spcPts val="1250"/>
                </a:spcBef>
                <a:buClr>
                  <a:srgbClr val="000000"/>
                </a:buClr>
                <a:buSzPct val="100000"/>
                <a:buFont typeface="Times New Roman" pitchFamily="18" charset="0"/>
                <a:buNone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endParaRPr lang="en-GB" altLang="pt-BR" sz="2000">
                <a:solidFill>
                  <a:srgbClr val="000000"/>
                </a:solidFill>
              </a:endParaRPr>
            </a:p>
            <a:p>
              <a:pPr>
                <a:spcBef>
                  <a:spcPts val="1250"/>
                </a:spcBef>
                <a:buClr>
                  <a:srgbClr val="000000"/>
                </a:buClr>
                <a:buSzPct val="100000"/>
                <a:buFont typeface="Times New Roman" pitchFamily="18" charset="0"/>
                <a:buNone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endParaRPr lang="en-GB" altLang="pt-BR" sz="2000">
                <a:solidFill>
                  <a:srgbClr val="000000"/>
                </a:solidFill>
              </a:endParaRPr>
            </a:p>
            <a:p>
              <a:pPr>
                <a:spcBef>
                  <a:spcPts val="1250"/>
                </a:spcBef>
                <a:buClr>
                  <a:srgbClr val="000000"/>
                </a:buClr>
                <a:buSzPct val="100000"/>
                <a:buFont typeface="Times New Roman" pitchFamily="18" charset="0"/>
                <a:buNone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endParaRPr lang="en-GB" altLang="pt-BR" sz="2000">
                <a:solidFill>
                  <a:srgbClr val="000000"/>
                </a:solidFill>
              </a:endParaRPr>
            </a:p>
          </p:txBody>
        </p:sp>
        <p:sp>
          <p:nvSpPr>
            <p:cNvPr id="34833" name="Text Box 13"/>
            <p:cNvSpPr txBox="1">
              <a:spLocks noChangeArrowheads="1"/>
            </p:cNvSpPr>
            <p:nvPr/>
          </p:nvSpPr>
          <p:spPr bwMode="auto">
            <a:xfrm>
              <a:off x="2877" y="3930"/>
              <a:ext cx="753" cy="294"/>
            </a:xfrm>
            <a:prstGeom prst="rect">
              <a:avLst/>
            </a:prstGeom>
            <a:solidFill>
              <a:srgbClr val="FFFF66"/>
            </a:solidFill>
            <a:ln w="9360">
              <a:solidFill>
                <a:srgbClr val="000000"/>
              </a:solidFill>
              <a:miter lim="800000"/>
              <a:headEnd/>
              <a:tailEnd/>
            </a:ln>
            <a:effectLst/>
          </p:spPr>
          <p:txBody>
            <a:bodyPr lIns="90000" tIns="46800" rIns="90000" bIns="46800">
              <a:spAutoFit/>
            </a:bodyPr>
            <a:lstStyle/>
            <a:p>
              <a:pPr algn="ctr">
                <a:spcBef>
                  <a:spcPts val="1500"/>
                </a:spcBef>
                <a:buClr>
                  <a:srgbClr val="000000"/>
                </a:buClr>
                <a:buSzPct val="100000"/>
                <a:buFont typeface="Times New Roman" pitchFamily="18" charset="0"/>
                <a:buNone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GB" altLang="pt-BR" b="1">
                  <a:solidFill>
                    <a:srgbClr val="000000"/>
                  </a:solidFill>
                </a:rPr>
                <a:t>CPU</a:t>
              </a:r>
            </a:p>
          </p:txBody>
        </p:sp>
        <p:sp>
          <p:nvSpPr>
            <p:cNvPr id="34834" name="Line 14"/>
            <p:cNvSpPr>
              <a:spLocks noChangeShapeType="1"/>
            </p:cNvSpPr>
            <p:nvPr/>
          </p:nvSpPr>
          <p:spPr bwMode="auto">
            <a:xfrm flipV="1">
              <a:off x="3078" y="3743"/>
              <a:ext cx="1" cy="146"/>
            </a:xfrm>
            <a:prstGeom prst="line">
              <a:avLst/>
            </a:prstGeom>
            <a:noFill/>
            <a:ln w="28440">
              <a:solidFill>
                <a:srgbClr val="000000"/>
              </a:solidFill>
              <a:miter lim="800000"/>
              <a:headEnd/>
              <a:tailEnd type="triangle" w="med" len="med"/>
            </a:ln>
            <a:effectLst/>
          </p:spPr>
          <p:txBody>
            <a:bodyPr/>
            <a:lstStyle/>
            <a:p>
              <a:endParaRPr lang="pt-BR"/>
            </a:p>
          </p:txBody>
        </p:sp>
        <p:sp>
          <p:nvSpPr>
            <p:cNvPr id="34835" name="Line 15"/>
            <p:cNvSpPr>
              <a:spLocks noChangeShapeType="1"/>
            </p:cNvSpPr>
            <p:nvPr/>
          </p:nvSpPr>
          <p:spPr bwMode="auto">
            <a:xfrm flipV="1">
              <a:off x="3329" y="3743"/>
              <a:ext cx="1" cy="146"/>
            </a:xfrm>
            <a:prstGeom prst="line">
              <a:avLst/>
            </a:prstGeom>
            <a:noFill/>
            <a:ln w="28440">
              <a:solidFill>
                <a:srgbClr val="000000"/>
              </a:solidFill>
              <a:miter lim="800000"/>
              <a:headEnd type="triangle" w="med" len="med"/>
              <a:tailEnd/>
            </a:ln>
            <a:effectLst/>
          </p:spPr>
          <p:txBody>
            <a:bodyPr/>
            <a:lstStyle/>
            <a:p>
              <a:endParaRPr lang="pt-BR"/>
            </a:p>
          </p:txBody>
        </p:sp>
        <p:sp>
          <p:nvSpPr>
            <p:cNvPr id="34836" name="Text Box 16"/>
            <p:cNvSpPr txBox="1">
              <a:spLocks noChangeArrowheads="1"/>
            </p:cNvSpPr>
            <p:nvPr/>
          </p:nvSpPr>
          <p:spPr bwMode="auto">
            <a:xfrm>
              <a:off x="2427" y="2592"/>
              <a:ext cx="1029" cy="253"/>
            </a:xfrm>
            <a:prstGeom prst="rect">
              <a:avLst/>
            </a:prstGeom>
            <a:noFill/>
            <a:ln w="9525">
              <a:noFill/>
              <a:round/>
              <a:headEnd/>
              <a:tailEnd/>
            </a:ln>
            <a:effectLst/>
          </p:spPr>
          <p:txBody>
            <a:bodyPr lIns="90000" tIns="46800" rIns="90000" bIns="46800">
              <a:spAutoFit/>
            </a:bodyPr>
            <a:lstStyle/>
            <a:p>
              <a:pPr algn="ctr">
                <a:spcBef>
                  <a:spcPts val="1250"/>
                </a:spcBef>
                <a:buClr>
                  <a:srgbClr val="FF3300"/>
                </a:buClr>
                <a:buSzPct val="100000"/>
                <a:buFont typeface="Times New Roman" pitchFamily="18" charset="0"/>
                <a:buNone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GB" altLang="pt-BR" sz="2000" b="1">
                  <a:solidFill>
                    <a:srgbClr val="FF3300"/>
                  </a:solidFill>
                </a:rPr>
                <a:t>Idade</a:t>
              </a:r>
            </a:p>
          </p:txBody>
        </p:sp>
        <p:sp>
          <p:nvSpPr>
            <p:cNvPr id="34837" name="Text Box 17"/>
            <p:cNvSpPr txBox="1">
              <a:spLocks noChangeArrowheads="1"/>
            </p:cNvSpPr>
            <p:nvPr/>
          </p:nvSpPr>
          <p:spPr bwMode="auto">
            <a:xfrm>
              <a:off x="2475" y="2832"/>
              <a:ext cx="904" cy="256"/>
            </a:xfrm>
            <a:prstGeom prst="rect">
              <a:avLst/>
            </a:prstGeom>
            <a:noFill/>
            <a:ln w="9360">
              <a:solidFill>
                <a:srgbClr val="000000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>
                <a:lnSpc>
                  <a:spcPct val="95000"/>
                </a:lnSpc>
                <a:buClr>
                  <a:srgbClr val="000000"/>
                </a:buClr>
                <a:buSzPct val="100000"/>
                <a:buFont typeface="Times New Roman" pitchFamily="18" charset="0"/>
                <a:buNone/>
              </a:pPr>
              <a:endParaRPr lang="pt-BR" altLang="pt-BR"/>
            </a:p>
          </p:txBody>
        </p:sp>
        <p:sp>
          <p:nvSpPr>
            <p:cNvPr id="34838" name="Text Box 18"/>
            <p:cNvSpPr txBox="1">
              <a:spLocks noChangeArrowheads="1"/>
            </p:cNvSpPr>
            <p:nvPr/>
          </p:nvSpPr>
          <p:spPr bwMode="auto">
            <a:xfrm>
              <a:off x="2475" y="3056"/>
              <a:ext cx="1005" cy="251"/>
            </a:xfrm>
            <a:prstGeom prst="rect">
              <a:avLst/>
            </a:prstGeom>
            <a:noFill/>
            <a:ln w="9525">
              <a:noFill/>
              <a:round/>
              <a:headEnd/>
              <a:tailEnd/>
            </a:ln>
            <a:effectLst/>
          </p:spPr>
          <p:txBody>
            <a:bodyPr lIns="90000" tIns="46800" rIns="90000" bIns="46800">
              <a:spAutoFit/>
            </a:bodyPr>
            <a:lstStyle/>
            <a:p>
              <a:pPr algn="ctr">
                <a:spcBef>
                  <a:spcPts val="1250"/>
                </a:spcBef>
                <a:buClr>
                  <a:srgbClr val="FF3300"/>
                </a:buClr>
                <a:buSzPct val="100000"/>
                <a:buFont typeface="Times New Roman" pitchFamily="18" charset="0"/>
                <a:buNone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GB" altLang="pt-BR" sz="2000" b="1">
                  <a:solidFill>
                    <a:srgbClr val="FF3300"/>
                  </a:solidFill>
                </a:rPr>
                <a:t>TotalDias</a:t>
              </a:r>
            </a:p>
          </p:txBody>
        </p:sp>
        <p:sp>
          <p:nvSpPr>
            <p:cNvPr id="34839" name="Text Box 19"/>
            <p:cNvSpPr txBox="1">
              <a:spLocks noChangeArrowheads="1"/>
            </p:cNvSpPr>
            <p:nvPr/>
          </p:nvSpPr>
          <p:spPr bwMode="auto">
            <a:xfrm>
              <a:off x="2475" y="3296"/>
              <a:ext cx="904" cy="256"/>
            </a:xfrm>
            <a:prstGeom prst="rect">
              <a:avLst/>
            </a:prstGeom>
            <a:noFill/>
            <a:ln w="9360">
              <a:solidFill>
                <a:srgbClr val="000000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>
                <a:lnSpc>
                  <a:spcPct val="95000"/>
                </a:lnSpc>
                <a:buClr>
                  <a:srgbClr val="000000"/>
                </a:buClr>
                <a:buSzPct val="100000"/>
                <a:buFont typeface="Times New Roman" pitchFamily="18" charset="0"/>
                <a:buNone/>
              </a:pPr>
              <a:endParaRPr lang="pt-BR" altLang="pt-BR"/>
            </a:p>
          </p:txBody>
        </p:sp>
        <p:sp>
          <p:nvSpPr>
            <p:cNvPr id="34840" name="Text Box 20"/>
            <p:cNvSpPr txBox="1">
              <a:spLocks noChangeArrowheads="1"/>
            </p:cNvSpPr>
            <p:nvPr/>
          </p:nvSpPr>
          <p:spPr bwMode="auto">
            <a:xfrm>
              <a:off x="432" y="2352"/>
              <a:ext cx="939" cy="903"/>
            </a:xfrm>
            <a:prstGeom prst="rect">
              <a:avLst/>
            </a:prstGeom>
            <a:noFill/>
            <a:ln w="9525">
              <a:noFill/>
              <a:round/>
              <a:headEnd/>
              <a:tailEnd/>
            </a:ln>
            <a:effectLst/>
          </p:spPr>
          <p:txBody>
            <a:bodyPr lIns="90000" tIns="46800" rIns="90000" bIns="46800">
              <a:spAutoFit/>
            </a:bodyPr>
            <a:lstStyle/>
            <a:p>
              <a:pPr algn="ctr">
                <a:spcBef>
                  <a:spcPts val="6000"/>
                </a:spcBef>
                <a:buClr>
                  <a:srgbClr val="808080"/>
                </a:buClr>
                <a:buSzPct val="100000"/>
                <a:buFont typeface="Times New Roman" pitchFamily="18" charset="0"/>
                <a:buNone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GB" altLang="pt-BR" sz="8800" b="1">
                  <a:solidFill>
                    <a:srgbClr val="808080"/>
                  </a:solidFill>
                </a:rPr>
                <a:t>23</a:t>
              </a:r>
            </a:p>
          </p:txBody>
        </p:sp>
        <p:sp>
          <p:nvSpPr>
            <p:cNvPr id="34841" name="Line 21"/>
            <p:cNvSpPr>
              <a:spLocks noChangeShapeType="1"/>
            </p:cNvSpPr>
            <p:nvPr/>
          </p:nvSpPr>
          <p:spPr bwMode="auto">
            <a:xfrm>
              <a:off x="1220" y="2976"/>
              <a:ext cx="1356" cy="1"/>
            </a:xfrm>
            <a:prstGeom prst="line">
              <a:avLst/>
            </a:prstGeom>
            <a:noFill/>
            <a:ln w="38160" cap="rnd">
              <a:solidFill>
                <a:srgbClr val="000000"/>
              </a:solidFill>
              <a:prstDash val="sysDot"/>
              <a:miter lim="800000"/>
              <a:headEnd/>
              <a:tailEnd type="triangle" w="med" len="med"/>
            </a:ln>
            <a:effectLst/>
          </p:spPr>
          <p:txBody>
            <a:bodyPr/>
            <a:lstStyle/>
            <a:p>
              <a:endParaRPr lang="pt-BR"/>
            </a:p>
          </p:txBody>
        </p:sp>
        <p:sp>
          <p:nvSpPr>
            <p:cNvPr id="34842" name="Text Box 22"/>
            <p:cNvSpPr txBox="1">
              <a:spLocks noChangeArrowheads="1"/>
            </p:cNvSpPr>
            <p:nvPr/>
          </p:nvSpPr>
          <p:spPr bwMode="auto">
            <a:xfrm>
              <a:off x="1320" y="2880"/>
              <a:ext cx="1055" cy="520"/>
            </a:xfrm>
            <a:prstGeom prst="rect">
              <a:avLst/>
            </a:prstGeom>
            <a:noFill/>
            <a:ln w="9525">
              <a:noFill/>
              <a:round/>
              <a:headEnd/>
              <a:tailEnd/>
            </a:ln>
            <a:effectLst/>
          </p:spPr>
          <p:txBody>
            <a:bodyPr lIns="90000" tIns="46800" rIns="90000" bIns="46800">
              <a:spAutoFit/>
            </a:bodyPr>
            <a:lstStyle/>
            <a:p>
              <a:pPr>
                <a:spcBef>
                  <a:spcPts val="3000"/>
                </a:spcBef>
                <a:buClr>
                  <a:srgbClr val="008000"/>
                </a:buClr>
                <a:buSzPct val="100000"/>
                <a:buFont typeface="Times New Roman" pitchFamily="18" charset="0"/>
                <a:buNone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GB" altLang="pt-BR" sz="4800">
                  <a:solidFill>
                    <a:srgbClr val="008000"/>
                  </a:solidFill>
                </a:rPr>
                <a:t>scanf</a:t>
              </a:r>
            </a:p>
          </p:txBody>
        </p:sp>
      </p:grpSp>
      <p:grpSp>
        <p:nvGrpSpPr>
          <p:cNvPr id="14374" name="Group 38"/>
          <p:cNvGrpSpPr>
            <a:grpSpLocks/>
          </p:cNvGrpSpPr>
          <p:nvPr/>
        </p:nvGrpSpPr>
        <p:grpSpPr bwMode="auto">
          <a:xfrm>
            <a:off x="1066800" y="3962400"/>
            <a:ext cx="4191000" cy="1066800"/>
            <a:chOff x="672" y="2496"/>
            <a:chExt cx="2640" cy="672"/>
          </a:xfrm>
        </p:grpSpPr>
        <p:sp>
          <p:nvSpPr>
            <p:cNvPr id="34830" name="Rectangle 35"/>
            <p:cNvSpPr>
              <a:spLocks noChangeArrowheads="1"/>
            </p:cNvSpPr>
            <p:nvPr/>
          </p:nvSpPr>
          <p:spPr bwMode="auto">
            <a:xfrm>
              <a:off x="672" y="2496"/>
              <a:ext cx="864" cy="672"/>
            </a:xfrm>
            <a:prstGeom prst="rect">
              <a:avLst/>
            </a:prstGeom>
            <a:solidFill>
              <a:schemeClr val="bg1"/>
            </a:solidFill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>
                <a:lnSpc>
                  <a:spcPct val="95000"/>
                </a:lnSpc>
                <a:buClr>
                  <a:srgbClr val="000000"/>
                </a:buClr>
                <a:buSzPct val="100000"/>
                <a:buFont typeface="Times New Roman" pitchFamily="18" charset="0"/>
                <a:buNone/>
              </a:pPr>
              <a:endParaRPr lang="pt-BR" altLang="pt-BR"/>
            </a:p>
          </p:txBody>
        </p:sp>
        <p:sp>
          <p:nvSpPr>
            <p:cNvPr id="34831" name="Text Box 36"/>
            <p:cNvSpPr txBox="1">
              <a:spLocks noChangeArrowheads="1"/>
            </p:cNvSpPr>
            <p:nvPr/>
          </p:nvSpPr>
          <p:spPr bwMode="auto">
            <a:xfrm>
              <a:off x="2928" y="2843"/>
              <a:ext cx="384" cy="240"/>
            </a:xfrm>
            <a:prstGeom prst="rect">
              <a:avLst/>
            </a:prstGeom>
            <a:solidFill>
              <a:schemeClr val="bg1"/>
            </a:solidFill>
            <a:ln w="9525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pPr>
                <a:lnSpc>
                  <a:spcPct val="95000"/>
                </a:lnSpc>
                <a:spcBef>
                  <a:spcPct val="50000"/>
                </a:spcBef>
                <a:buClr>
                  <a:srgbClr val="000000"/>
                </a:buClr>
                <a:buSzPct val="100000"/>
                <a:buFont typeface="Times New Roman" pitchFamily="18" charset="0"/>
                <a:buNone/>
              </a:pPr>
              <a:r>
                <a:rPr lang="pt-BR" altLang="pt-BR" sz="2000">
                  <a:solidFill>
                    <a:schemeClr val="tx1"/>
                  </a:solidFill>
                </a:rPr>
                <a:t>23</a:t>
              </a:r>
            </a:p>
          </p:txBody>
        </p:sp>
      </p:grpSp>
    </p:spTree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43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6" name="Rectangle 1"/>
          <p:cNvSpPr>
            <a:spLocks noGrp="1" noChangeArrowheads="1"/>
          </p:cNvSpPr>
          <p:nvPr>
            <p:ph type="title" idx="4294967295"/>
          </p:nvPr>
        </p:nvSpPr>
        <p:spPr>
          <a:xfrm>
            <a:off x="990600" y="419100"/>
            <a:ext cx="6172200" cy="762000"/>
          </a:xfrm>
        </p:spPr>
        <p:txBody>
          <a:bodyPr>
            <a:spAutoFit/>
          </a:bodyPr>
          <a:lstStyle/>
          <a:p>
            <a:pPr algn="ctr">
              <a:lnSpc>
                <a:spcPct val="100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altLang="pt-BR"/>
              <a:t>Cálculo da Idade em Dias</a:t>
            </a:r>
          </a:p>
        </p:txBody>
      </p:sp>
      <p:graphicFrame>
        <p:nvGraphicFramePr>
          <p:cNvPr id="36867" name="Object 2"/>
          <p:cNvGraphicFramePr>
            <a:graphicFrameLocks noChangeAspect="1"/>
          </p:cNvGraphicFramePr>
          <p:nvPr/>
        </p:nvGraphicFramePr>
        <p:xfrm>
          <a:off x="6705600" y="1657350"/>
          <a:ext cx="2133600" cy="13906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3" imgW="1066667" imgH="695238" progId="">
                  <p:embed/>
                </p:oleObj>
              </mc:Choice>
              <mc:Fallback>
                <p:oleObj r:id="rId3" imgW="1066667" imgH="695238" progId="">
                  <p:embed/>
                  <p:pic>
                    <p:nvPicPr>
                      <p:cNvPr id="0" name="Object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705600" y="1657350"/>
                        <a:ext cx="2133600" cy="139065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blipFill dpi="0" rotWithShape="0">
                              <a:blip/>
                              <a:srcRect/>
                              <a:stretch>
                                <a:fillRect/>
                              </a:stretch>
                            </a:blip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6868" name="Object 3"/>
          <p:cNvGraphicFramePr>
            <a:graphicFrameLocks noChangeAspect="1"/>
          </p:cNvGraphicFramePr>
          <p:nvPr/>
        </p:nvGraphicFramePr>
        <p:xfrm>
          <a:off x="1143000" y="1752600"/>
          <a:ext cx="2133600" cy="890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5" imgW="933580" imgH="390580" progId="">
                  <p:embed/>
                </p:oleObj>
              </mc:Choice>
              <mc:Fallback>
                <p:oleObj r:id="rId5" imgW="933580" imgH="390580" progId="">
                  <p:embed/>
                  <p:pic>
                    <p:nvPicPr>
                      <p:cNvPr id="0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143000" y="1752600"/>
                        <a:ext cx="2133600" cy="890588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blipFill dpi="0" rotWithShape="0">
                              <a:blip/>
                              <a:srcRect/>
                              <a:stretch>
                                <a:fillRect/>
                              </a:stretch>
                            </a:blip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6869" name="Object 4"/>
          <p:cNvGraphicFramePr>
            <a:graphicFrameLocks noChangeAspect="1"/>
          </p:cNvGraphicFramePr>
          <p:nvPr/>
        </p:nvGraphicFramePr>
        <p:xfrm>
          <a:off x="4495800" y="1447800"/>
          <a:ext cx="793750" cy="1600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7" imgW="628560" imgH="1247760" progId="">
                  <p:embed/>
                </p:oleObj>
              </mc:Choice>
              <mc:Fallback>
                <p:oleObj r:id="rId7" imgW="628560" imgH="1247760" progId="">
                  <p:embed/>
                  <p:pic>
                    <p:nvPicPr>
                      <p:cNvPr id="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495800" y="1447800"/>
                        <a:ext cx="793750" cy="16002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blipFill dpi="0" rotWithShape="0">
                              <a:blip/>
                              <a:srcRect/>
                              <a:stretch>
                                <a:fillRect/>
                              </a:stretch>
                            </a:blip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6870" name="Text Box 5"/>
          <p:cNvSpPr txBox="1">
            <a:spLocks noChangeArrowheads="1"/>
          </p:cNvSpPr>
          <p:nvPr/>
        </p:nvSpPr>
        <p:spPr bwMode="auto">
          <a:xfrm>
            <a:off x="1219200" y="2743200"/>
            <a:ext cx="1828800" cy="785813"/>
          </a:xfrm>
          <a:prstGeom prst="rect">
            <a:avLst/>
          </a:prstGeom>
          <a:noFill/>
          <a:ln w="9525">
            <a:noFill/>
            <a:round/>
            <a:headEnd/>
            <a:tailEnd/>
          </a:ln>
          <a:effectLst/>
        </p:spPr>
        <p:txBody>
          <a:bodyPr lIns="90000" tIns="46800" rIns="90000" bIns="46800">
            <a:spAutoFit/>
          </a:bodyPr>
          <a:lstStyle/>
          <a:p>
            <a:pPr algn="ctr">
              <a:spcBef>
                <a:spcPts val="1125"/>
              </a:spcBef>
              <a:buClr>
                <a:srgbClr val="000000"/>
              </a:buClr>
              <a:buSzPct val="100000"/>
              <a:buFont typeface="Times New Roman" pitchFamily="18" charset="0"/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altLang="pt-BR" sz="1800" b="1">
                <a:solidFill>
                  <a:srgbClr val="000000"/>
                </a:solidFill>
              </a:rPr>
              <a:t>ENTRADA</a:t>
            </a:r>
          </a:p>
          <a:p>
            <a:pPr algn="ctr">
              <a:spcBef>
                <a:spcPts val="1125"/>
              </a:spcBef>
              <a:buClr>
                <a:srgbClr val="000000"/>
              </a:buClr>
              <a:buSzPct val="100000"/>
              <a:buFont typeface="Times New Roman" pitchFamily="18" charset="0"/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altLang="pt-BR" sz="1800" b="1">
                <a:solidFill>
                  <a:srgbClr val="000000"/>
                </a:solidFill>
              </a:rPr>
              <a:t>(TECLADO)</a:t>
            </a:r>
          </a:p>
        </p:txBody>
      </p:sp>
      <p:sp>
        <p:nvSpPr>
          <p:cNvPr id="36871" name="Text Box 6"/>
          <p:cNvSpPr txBox="1">
            <a:spLocks noChangeArrowheads="1"/>
          </p:cNvSpPr>
          <p:nvPr/>
        </p:nvSpPr>
        <p:spPr bwMode="auto">
          <a:xfrm>
            <a:off x="3657600" y="3200400"/>
            <a:ext cx="2514600" cy="862013"/>
          </a:xfrm>
          <a:prstGeom prst="rect">
            <a:avLst/>
          </a:prstGeom>
          <a:noFill/>
          <a:ln w="9525">
            <a:noFill/>
            <a:round/>
            <a:headEnd/>
            <a:tailEnd/>
          </a:ln>
          <a:effectLst/>
        </p:spPr>
        <p:txBody>
          <a:bodyPr lIns="90000" tIns="46800" rIns="90000" bIns="46800">
            <a:spAutoFit/>
          </a:bodyPr>
          <a:lstStyle/>
          <a:p>
            <a:pPr algn="ctr">
              <a:spcBef>
                <a:spcPts val="1250"/>
              </a:spcBef>
              <a:buClr>
                <a:srgbClr val="000000"/>
              </a:buClr>
              <a:buSzPct val="100000"/>
              <a:buFont typeface="Times New Roman" pitchFamily="18" charset="0"/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altLang="pt-BR" sz="2000" b="1">
                <a:solidFill>
                  <a:srgbClr val="000000"/>
                </a:solidFill>
              </a:rPr>
              <a:t>PROCESSAMENTO</a:t>
            </a:r>
          </a:p>
          <a:p>
            <a:pPr algn="ctr">
              <a:spcBef>
                <a:spcPts val="1250"/>
              </a:spcBef>
              <a:buClr>
                <a:srgbClr val="000000"/>
              </a:buClr>
              <a:buSzPct val="100000"/>
              <a:buFont typeface="Times New Roman" pitchFamily="18" charset="0"/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altLang="pt-BR" sz="2000">
                <a:solidFill>
                  <a:srgbClr val="000000"/>
                </a:solidFill>
              </a:rPr>
              <a:t>Memória</a:t>
            </a:r>
          </a:p>
        </p:txBody>
      </p:sp>
      <p:sp>
        <p:nvSpPr>
          <p:cNvPr id="36872" name="Text Box 7"/>
          <p:cNvSpPr txBox="1">
            <a:spLocks noChangeArrowheads="1"/>
          </p:cNvSpPr>
          <p:nvPr/>
        </p:nvSpPr>
        <p:spPr bwMode="auto">
          <a:xfrm>
            <a:off x="6781800" y="3048000"/>
            <a:ext cx="1828800" cy="785813"/>
          </a:xfrm>
          <a:prstGeom prst="rect">
            <a:avLst/>
          </a:prstGeom>
          <a:noFill/>
          <a:ln w="9525">
            <a:noFill/>
            <a:round/>
            <a:headEnd/>
            <a:tailEnd/>
          </a:ln>
          <a:effectLst/>
        </p:spPr>
        <p:txBody>
          <a:bodyPr lIns="90000" tIns="46800" rIns="90000" bIns="46800">
            <a:spAutoFit/>
          </a:bodyPr>
          <a:lstStyle/>
          <a:p>
            <a:pPr algn="ctr">
              <a:spcBef>
                <a:spcPts val="1125"/>
              </a:spcBef>
              <a:buClr>
                <a:srgbClr val="000000"/>
              </a:buClr>
              <a:buSzPct val="100000"/>
              <a:buFont typeface="Times New Roman" pitchFamily="18" charset="0"/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altLang="pt-BR" sz="1800" b="1">
                <a:solidFill>
                  <a:srgbClr val="000000"/>
                </a:solidFill>
              </a:rPr>
              <a:t>SAÍDA </a:t>
            </a:r>
          </a:p>
          <a:p>
            <a:pPr algn="ctr">
              <a:spcBef>
                <a:spcPts val="1125"/>
              </a:spcBef>
              <a:buClr>
                <a:srgbClr val="000000"/>
              </a:buClr>
              <a:buSzPct val="100000"/>
              <a:buFont typeface="Times New Roman" pitchFamily="18" charset="0"/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altLang="pt-BR" sz="1800" b="1">
                <a:solidFill>
                  <a:srgbClr val="000000"/>
                </a:solidFill>
              </a:rPr>
              <a:t>(VÍDEO)</a:t>
            </a:r>
          </a:p>
        </p:txBody>
      </p:sp>
      <p:sp>
        <p:nvSpPr>
          <p:cNvPr id="36873" name="AutoShape 8"/>
          <p:cNvSpPr>
            <a:spLocks noChangeArrowheads="1"/>
          </p:cNvSpPr>
          <p:nvPr/>
        </p:nvSpPr>
        <p:spPr bwMode="auto">
          <a:xfrm>
            <a:off x="3352800" y="1981200"/>
            <a:ext cx="914400" cy="381000"/>
          </a:xfrm>
          <a:prstGeom prst="rightArrow">
            <a:avLst>
              <a:gd name="adj1" fmla="val 50000"/>
              <a:gd name="adj2" fmla="val 60000"/>
            </a:avLst>
          </a:prstGeom>
          <a:solidFill>
            <a:srgbClr val="5490A8"/>
          </a:solidFill>
          <a:ln w="9360">
            <a:solidFill>
              <a:srgbClr val="000000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>
              <a:lnSpc>
                <a:spcPct val="95000"/>
              </a:lnSpc>
              <a:buClr>
                <a:srgbClr val="000000"/>
              </a:buClr>
              <a:buSzPct val="100000"/>
              <a:buFont typeface="Times New Roman" pitchFamily="18" charset="0"/>
              <a:buNone/>
            </a:pPr>
            <a:endParaRPr lang="pt-BR" altLang="pt-BR"/>
          </a:p>
        </p:txBody>
      </p:sp>
      <p:sp>
        <p:nvSpPr>
          <p:cNvPr id="36874" name="AutoShape 9"/>
          <p:cNvSpPr>
            <a:spLocks noChangeArrowheads="1"/>
          </p:cNvSpPr>
          <p:nvPr/>
        </p:nvSpPr>
        <p:spPr bwMode="auto">
          <a:xfrm>
            <a:off x="5638800" y="1981200"/>
            <a:ext cx="914400" cy="381000"/>
          </a:xfrm>
          <a:prstGeom prst="rightArrow">
            <a:avLst>
              <a:gd name="adj1" fmla="val 50000"/>
              <a:gd name="adj2" fmla="val 60000"/>
            </a:avLst>
          </a:prstGeom>
          <a:solidFill>
            <a:srgbClr val="5490A8"/>
          </a:solidFill>
          <a:ln w="9360">
            <a:solidFill>
              <a:srgbClr val="000000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>
              <a:lnSpc>
                <a:spcPct val="95000"/>
              </a:lnSpc>
              <a:buClr>
                <a:srgbClr val="000000"/>
              </a:buClr>
              <a:buSzPct val="100000"/>
              <a:buFont typeface="Times New Roman" pitchFamily="18" charset="0"/>
              <a:buNone/>
            </a:pPr>
            <a:endParaRPr lang="pt-BR" altLang="pt-BR"/>
          </a:p>
        </p:txBody>
      </p:sp>
      <p:sp>
        <p:nvSpPr>
          <p:cNvPr id="36875" name="AutoShape 10">
            <a:hlinkClick r:id="rId9" action="ppaction://hlinksldjump"/>
          </p:cNvPr>
          <p:cNvSpPr>
            <a:spLocks noChangeArrowheads="1"/>
          </p:cNvSpPr>
          <p:nvPr/>
        </p:nvSpPr>
        <p:spPr bwMode="auto">
          <a:xfrm>
            <a:off x="8610600" y="6324600"/>
            <a:ext cx="357188" cy="357188"/>
          </a:xfrm>
          <a:prstGeom prst="actionButtonBackPrevious">
            <a:avLst/>
          </a:prstGeom>
          <a:solidFill>
            <a:srgbClr val="FF3399"/>
          </a:solidFill>
          <a:ln w="9360">
            <a:solidFill>
              <a:srgbClr val="000000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>
              <a:lnSpc>
                <a:spcPct val="95000"/>
              </a:lnSpc>
              <a:buClr>
                <a:srgbClr val="000000"/>
              </a:buClr>
              <a:buSzPct val="100000"/>
              <a:buFont typeface="Times New Roman" pitchFamily="18" charset="0"/>
              <a:buNone/>
            </a:pPr>
            <a:endParaRPr lang="pt-BR" altLang="pt-BR"/>
          </a:p>
        </p:txBody>
      </p:sp>
      <p:grpSp>
        <p:nvGrpSpPr>
          <p:cNvPr id="36876" name="Group 82"/>
          <p:cNvGrpSpPr>
            <a:grpSpLocks/>
          </p:cNvGrpSpPr>
          <p:nvPr/>
        </p:nvGrpSpPr>
        <p:grpSpPr bwMode="auto">
          <a:xfrm>
            <a:off x="1905000" y="4114800"/>
            <a:ext cx="5886450" cy="2733675"/>
            <a:chOff x="1440" y="2592"/>
            <a:chExt cx="3708" cy="1722"/>
          </a:xfrm>
        </p:grpSpPr>
        <p:sp>
          <p:nvSpPr>
            <p:cNvPr id="36877" name="Freeform 20"/>
            <p:cNvSpPr>
              <a:spLocks/>
            </p:cNvSpPr>
            <p:nvPr/>
          </p:nvSpPr>
          <p:spPr bwMode="auto">
            <a:xfrm rot="2380548">
              <a:off x="2154" y="2812"/>
              <a:ext cx="149" cy="1164"/>
            </a:xfrm>
            <a:custGeom>
              <a:avLst/>
              <a:gdLst>
                <a:gd name="T0" fmla="*/ 145 w 1112"/>
                <a:gd name="T1" fmla="*/ 0 h 1200"/>
                <a:gd name="T2" fmla="*/ 11 w 1112"/>
                <a:gd name="T3" fmla="*/ 32 h 1200"/>
                <a:gd name="T4" fmla="*/ 208 w 1112"/>
                <a:gd name="T5" fmla="*/ 134 h 1200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1112" h="1200">
                  <a:moveTo>
                    <a:pt x="776" y="0"/>
                  </a:moveTo>
                  <a:cubicBezTo>
                    <a:pt x="388" y="44"/>
                    <a:pt x="0" y="88"/>
                    <a:pt x="56" y="288"/>
                  </a:cubicBezTo>
                  <a:cubicBezTo>
                    <a:pt x="112" y="488"/>
                    <a:pt x="612" y="844"/>
                    <a:pt x="1112" y="1200"/>
                  </a:cubicBezTo>
                </a:path>
              </a:pathLst>
            </a:custGeom>
            <a:noFill/>
            <a:ln w="19080" cap="rnd">
              <a:solidFill>
                <a:srgbClr val="000000"/>
              </a:solidFill>
              <a:prstDash val="sysDot"/>
              <a:round/>
              <a:headEnd/>
              <a:tailEnd type="triangle" w="med" len="med"/>
            </a:ln>
            <a:effectLst/>
          </p:spPr>
          <p:txBody>
            <a:bodyPr wrap="none" anchor="ctr"/>
            <a:lstStyle/>
            <a:p>
              <a:endParaRPr lang="pt-BR"/>
            </a:p>
          </p:txBody>
        </p:sp>
        <p:sp>
          <p:nvSpPr>
            <p:cNvPr id="36878" name="Text Box 30"/>
            <p:cNvSpPr txBox="1">
              <a:spLocks noChangeArrowheads="1"/>
            </p:cNvSpPr>
            <p:nvPr/>
          </p:nvSpPr>
          <p:spPr bwMode="auto">
            <a:xfrm>
              <a:off x="1440" y="3868"/>
              <a:ext cx="1516" cy="409"/>
            </a:xfrm>
            <a:prstGeom prst="rect">
              <a:avLst/>
            </a:prstGeom>
            <a:noFill/>
            <a:ln w="9525">
              <a:noFill/>
              <a:round/>
              <a:headEnd/>
              <a:tailEnd/>
            </a:ln>
            <a:effectLst/>
          </p:spPr>
          <p:txBody>
            <a:bodyPr lIns="90000" tIns="46800" rIns="90000" bIns="46800">
              <a:spAutoFit/>
            </a:bodyPr>
            <a:lstStyle/>
            <a:p>
              <a:pPr algn="ctr">
                <a:spcBef>
                  <a:spcPts val="2250"/>
                </a:spcBef>
                <a:buClr>
                  <a:srgbClr val="000000"/>
                </a:buClr>
                <a:buSzPct val="100000"/>
                <a:buFont typeface="Times New Roman" pitchFamily="18" charset="0"/>
                <a:buNone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GB" altLang="pt-BR" sz="3600" b="1">
                  <a:solidFill>
                    <a:srgbClr val="000000"/>
                  </a:solidFill>
                </a:rPr>
                <a:t>23 </a:t>
              </a:r>
              <a:r>
                <a:rPr lang="en-GB" altLang="pt-BR" sz="3600" b="1">
                  <a:solidFill>
                    <a:srgbClr val="003399"/>
                  </a:solidFill>
                </a:rPr>
                <a:t>* 365</a:t>
              </a:r>
            </a:p>
          </p:txBody>
        </p:sp>
        <p:sp>
          <p:nvSpPr>
            <p:cNvPr id="36879" name="Text Box 63"/>
            <p:cNvSpPr txBox="1">
              <a:spLocks noChangeArrowheads="1"/>
            </p:cNvSpPr>
            <p:nvPr/>
          </p:nvSpPr>
          <p:spPr bwMode="auto">
            <a:xfrm>
              <a:off x="2667" y="2592"/>
              <a:ext cx="1557" cy="1132"/>
            </a:xfrm>
            <a:prstGeom prst="rect">
              <a:avLst/>
            </a:prstGeom>
            <a:noFill/>
            <a:ln w="9360">
              <a:solidFill>
                <a:srgbClr val="000000"/>
              </a:solidFill>
              <a:miter lim="800000"/>
              <a:headEnd/>
              <a:tailEnd/>
            </a:ln>
            <a:effectLst/>
          </p:spPr>
          <p:txBody>
            <a:bodyPr lIns="90000" tIns="46800" rIns="90000" bIns="46800">
              <a:spAutoFit/>
            </a:bodyPr>
            <a:lstStyle/>
            <a:p>
              <a:pPr>
                <a:spcBef>
                  <a:spcPts val="1250"/>
                </a:spcBef>
                <a:buClr>
                  <a:srgbClr val="000000"/>
                </a:buClr>
                <a:buSzPct val="100000"/>
                <a:buFont typeface="Times New Roman" pitchFamily="18" charset="0"/>
                <a:buNone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endParaRPr lang="en-GB" altLang="pt-BR" sz="2000">
                <a:solidFill>
                  <a:srgbClr val="000000"/>
                </a:solidFill>
              </a:endParaRPr>
            </a:p>
            <a:p>
              <a:pPr>
                <a:spcBef>
                  <a:spcPts val="1250"/>
                </a:spcBef>
                <a:buClr>
                  <a:srgbClr val="000000"/>
                </a:buClr>
                <a:buSzPct val="100000"/>
                <a:buFont typeface="Times New Roman" pitchFamily="18" charset="0"/>
                <a:buNone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endParaRPr lang="en-GB" altLang="pt-BR" sz="2000">
                <a:solidFill>
                  <a:srgbClr val="000000"/>
                </a:solidFill>
              </a:endParaRPr>
            </a:p>
            <a:p>
              <a:pPr>
                <a:spcBef>
                  <a:spcPts val="1250"/>
                </a:spcBef>
                <a:buClr>
                  <a:srgbClr val="000000"/>
                </a:buClr>
                <a:buSzPct val="100000"/>
                <a:buFont typeface="Times New Roman" pitchFamily="18" charset="0"/>
                <a:buNone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endParaRPr lang="en-GB" altLang="pt-BR" sz="2000">
                <a:solidFill>
                  <a:srgbClr val="000000"/>
                </a:solidFill>
              </a:endParaRPr>
            </a:p>
            <a:p>
              <a:pPr>
                <a:spcBef>
                  <a:spcPts val="1250"/>
                </a:spcBef>
                <a:buClr>
                  <a:srgbClr val="000000"/>
                </a:buClr>
                <a:buSzPct val="100000"/>
                <a:buFont typeface="Times New Roman" pitchFamily="18" charset="0"/>
                <a:buNone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endParaRPr lang="en-GB" altLang="pt-BR" sz="2000">
                <a:solidFill>
                  <a:srgbClr val="000000"/>
                </a:solidFill>
              </a:endParaRPr>
            </a:p>
          </p:txBody>
        </p:sp>
        <p:sp>
          <p:nvSpPr>
            <p:cNvPr id="36880" name="Text Box 64"/>
            <p:cNvSpPr txBox="1">
              <a:spLocks noChangeArrowheads="1"/>
            </p:cNvSpPr>
            <p:nvPr/>
          </p:nvSpPr>
          <p:spPr bwMode="auto">
            <a:xfrm>
              <a:off x="3069" y="3930"/>
              <a:ext cx="753" cy="294"/>
            </a:xfrm>
            <a:prstGeom prst="rect">
              <a:avLst/>
            </a:prstGeom>
            <a:solidFill>
              <a:srgbClr val="FFFF66"/>
            </a:solidFill>
            <a:ln w="9360">
              <a:solidFill>
                <a:srgbClr val="000000"/>
              </a:solidFill>
              <a:miter lim="800000"/>
              <a:headEnd/>
              <a:tailEnd/>
            </a:ln>
            <a:effectLst/>
          </p:spPr>
          <p:txBody>
            <a:bodyPr lIns="90000" tIns="46800" rIns="90000" bIns="46800">
              <a:spAutoFit/>
            </a:bodyPr>
            <a:lstStyle/>
            <a:p>
              <a:pPr algn="ctr">
                <a:spcBef>
                  <a:spcPts val="1500"/>
                </a:spcBef>
                <a:buClr>
                  <a:srgbClr val="000000"/>
                </a:buClr>
                <a:buSzPct val="100000"/>
                <a:buFont typeface="Times New Roman" pitchFamily="18" charset="0"/>
                <a:buNone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GB" altLang="pt-BR" b="1">
                  <a:solidFill>
                    <a:srgbClr val="000000"/>
                  </a:solidFill>
                </a:rPr>
                <a:t>CPU</a:t>
              </a:r>
            </a:p>
          </p:txBody>
        </p:sp>
        <p:sp>
          <p:nvSpPr>
            <p:cNvPr id="36881" name="Line 65"/>
            <p:cNvSpPr>
              <a:spLocks noChangeShapeType="1"/>
            </p:cNvSpPr>
            <p:nvPr/>
          </p:nvSpPr>
          <p:spPr bwMode="auto">
            <a:xfrm flipV="1">
              <a:off x="3270" y="3743"/>
              <a:ext cx="1" cy="146"/>
            </a:xfrm>
            <a:prstGeom prst="line">
              <a:avLst/>
            </a:prstGeom>
            <a:noFill/>
            <a:ln w="28440">
              <a:solidFill>
                <a:srgbClr val="000000"/>
              </a:solidFill>
              <a:miter lim="800000"/>
              <a:headEnd/>
              <a:tailEnd type="triangle" w="med" len="med"/>
            </a:ln>
            <a:effectLst/>
          </p:spPr>
          <p:txBody>
            <a:bodyPr/>
            <a:lstStyle/>
            <a:p>
              <a:endParaRPr lang="pt-BR"/>
            </a:p>
          </p:txBody>
        </p:sp>
        <p:sp>
          <p:nvSpPr>
            <p:cNvPr id="36882" name="Line 66"/>
            <p:cNvSpPr>
              <a:spLocks noChangeShapeType="1"/>
            </p:cNvSpPr>
            <p:nvPr/>
          </p:nvSpPr>
          <p:spPr bwMode="auto">
            <a:xfrm flipV="1">
              <a:off x="3521" y="3743"/>
              <a:ext cx="1" cy="146"/>
            </a:xfrm>
            <a:prstGeom prst="line">
              <a:avLst/>
            </a:prstGeom>
            <a:noFill/>
            <a:ln w="28440">
              <a:solidFill>
                <a:srgbClr val="000000"/>
              </a:solidFill>
              <a:miter lim="800000"/>
              <a:headEnd type="triangle" w="med" len="med"/>
              <a:tailEnd/>
            </a:ln>
            <a:effectLst/>
          </p:spPr>
          <p:txBody>
            <a:bodyPr/>
            <a:lstStyle/>
            <a:p>
              <a:endParaRPr lang="pt-BR"/>
            </a:p>
          </p:txBody>
        </p:sp>
        <p:sp>
          <p:nvSpPr>
            <p:cNvPr id="36883" name="Text Box 67"/>
            <p:cNvSpPr txBox="1">
              <a:spLocks noChangeArrowheads="1"/>
            </p:cNvSpPr>
            <p:nvPr/>
          </p:nvSpPr>
          <p:spPr bwMode="auto">
            <a:xfrm>
              <a:off x="2619" y="2592"/>
              <a:ext cx="1029" cy="253"/>
            </a:xfrm>
            <a:prstGeom prst="rect">
              <a:avLst/>
            </a:prstGeom>
            <a:noFill/>
            <a:ln w="9525">
              <a:noFill/>
              <a:round/>
              <a:headEnd/>
              <a:tailEnd/>
            </a:ln>
            <a:effectLst/>
          </p:spPr>
          <p:txBody>
            <a:bodyPr lIns="90000" tIns="46800" rIns="90000" bIns="46800">
              <a:spAutoFit/>
            </a:bodyPr>
            <a:lstStyle/>
            <a:p>
              <a:pPr algn="ctr">
                <a:spcBef>
                  <a:spcPts val="1250"/>
                </a:spcBef>
                <a:buClr>
                  <a:srgbClr val="FF3300"/>
                </a:buClr>
                <a:buSzPct val="100000"/>
                <a:buFont typeface="Times New Roman" pitchFamily="18" charset="0"/>
                <a:buNone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GB" altLang="pt-BR" sz="2000" b="1">
                  <a:solidFill>
                    <a:srgbClr val="FF3300"/>
                  </a:solidFill>
                </a:rPr>
                <a:t>Idade</a:t>
              </a:r>
            </a:p>
          </p:txBody>
        </p:sp>
        <p:sp>
          <p:nvSpPr>
            <p:cNvPr id="36884" name="Text Box 68"/>
            <p:cNvSpPr txBox="1">
              <a:spLocks noChangeArrowheads="1"/>
            </p:cNvSpPr>
            <p:nvPr/>
          </p:nvSpPr>
          <p:spPr bwMode="auto">
            <a:xfrm>
              <a:off x="2667" y="2832"/>
              <a:ext cx="904" cy="256"/>
            </a:xfrm>
            <a:prstGeom prst="rect">
              <a:avLst/>
            </a:prstGeom>
            <a:noFill/>
            <a:ln w="9360">
              <a:solidFill>
                <a:srgbClr val="000000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>
                <a:lnSpc>
                  <a:spcPct val="95000"/>
                </a:lnSpc>
                <a:buClr>
                  <a:srgbClr val="000000"/>
                </a:buClr>
                <a:buSzPct val="100000"/>
                <a:buFont typeface="Times New Roman" pitchFamily="18" charset="0"/>
                <a:buNone/>
              </a:pPr>
              <a:endParaRPr lang="pt-BR" altLang="pt-BR"/>
            </a:p>
          </p:txBody>
        </p:sp>
        <p:sp>
          <p:nvSpPr>
            <p:cNvPr id="36885" name="Text Box 69"/>
            <p:cNvSpPr txBox="1">
              <a:spLocks noChangeArrowheads="1"/>
            </p:cNvSpPr>
            <p:nvPr/>
          </p:nvSpPr>
          <p:spPr bwMode="auto">
            <a:xfrm>
              <a:off x="2667" y="3056"/>
              <a:ext cx="1005" cy="251"/>
            </a:xfrm>
            <a:prstGeom prst="rect">
              <a:avLst/>
            </a:prstGeom>
            <a:noFill/>
            <a:ln w="9525">
              <a:noFill/>
              <a:round/>
              <a:headEnd/>
              <a:tailEnd/>
            </a:ln>
            <a:effectLst/>
          </p:spPr>
          <p:txBody>
            <a:bodyPr lIns="90000" tIns="46800" rIns="90000" bIns="46800">
              <a:spAutoFit/>
            </a:bodyPr>
            <a:lstStyle/>
            <a:p>
              <a:pPr algn="ctr">
                <a:spcBef>
                  <a:spcPts val="1250"/>
                </a:spcBef>
                <a:buClr>
                  <a:srgbClr val="FF3300"/>
                </a:buClr>
                <a:buSzPct val="100000"/>
                <a:buFont typeface="Times New Roman" pitchFamily="18" charset="0"/>
                <a:buNone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GB" altLang="pt-BR" sz="2000" b="1">
                  <a:solidFill>
                    <a:srgbClr val="FF3300"/>
                  </a:solidFill>
                </a:rPr>
                <a:t>TotalDias</a:t>
              </a:r>
            </a:p>
          </p:txBody>
        </p:sp>
        <p:sp>
          <p:nvSpPr>
            <p:cNvPr id="36886" name="Text Box 70"/>
            <p:cNvSpPr txBox="1">
              <a:spLocks noChangeArrowheads="1"/>
            </p:cNvSpPr>
            <p:nvPr/>
          </p:nvSpPr>
          <p:spPr bwMode="auto">
            <a:xfrm>
              <a:off x="2667" y="3296"/>
              <a:ext cx="904" cy="256"/>
            </a:xfrm>
            <a:prstGeom prst="rect">
              <a:avLst/>
            </a:prstGeom>
            <a:noFill/>
            <a:ln w="9360">
              <a:solidFill>
                <a:srgbClr val="000000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>
                <a:lnSpc>
                  <a:spcPct val="95000"/>
                </a:lnSpc>
                <a:buClr>
                  <a:srgbClr val="000000"/>
                </a:buClr>
                <a:buSzPct val="100000"/>
                <a:buFont typeface="Times New Roman" pitchFamily="18" charset="0"/>
                <a:buNone/>
              </a:pPr>
              <a:endParaRPr lang="pt-BR" altLang="pt-BR"/>
            </a:p>
          </p:txBody>
        </p:sp>
        <p:sp>
          <p:nvSpPr>
            <p:cNvPr id="36887" name="Text Box 74"/>
            <p:cNvSpPr txBox="1">
              <a:spLocks noChangeArrowheads="1"/>
            </p:cNvSpPr>
            <p:nvPr/>
          </p:nvSpPr>
          <p:spPr bwMode="auto">
            <a:xfrm>
              <a:off x="2928" y="2843"/>
              <a:ext cx="384" cy="240"/>
            </a:xfrm>
            <a:prstGeom prst="rect">
              <a:avLst/>
            </a:prstGeom>
            <a:solidFill>
              <a:schemeClr val="bg1"/>
            </a:solidFill>
            <a:ln w="9525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pPr>
                <a:lnSpc>
                  <a:spcPct val="95000"/>
                </a:lnSpc>
                <a:spcBef>
                  <a:spcPct val="50000"/>
                </a:spcBef>
                <a:buClr>
                  <a:srgbClr val="000000"/>
                </a:buClr>
                <a:buSzPct val="100000"/>
                <a:buFont typeface="Times New Roman" pitchFamily="18" charset="0"/>
                <a:buNone/>
              </a:pPr>
              <a:r>
                <a:rPr lang="pt-BR" altLang="pt-BR" sz="2000">
                  <a:solidFill>
                    <a:schemeClr val="tx1"/>
                  </a:solidFill>
                </a:rPr>
                <a:t>23</a:t>
              </a:r>
            </a:p>
          </p:txBody>
        </p:sp>
        <p:grpSp>
          <p:nvGrpSpPr>
            <p:cNvPr id="36888" name="Group 81"/>
            <p:cNvGrpSpPr>
              <a:grpSpLocks/>
            </p:cNvGrpSpPr>
            <p:nvPr/>
          </p:nvGrpSpPr>
          <p:grpSpPr bwMode="auto">
            <a:xfrm>
              <a:off x="2922" y="3309"/>
              <a:ext cx="2226" cy="1005"/>
              <a:chOff x="2922" y="3309"/>
              <a:chExt cx="2226" cy="1005"/>
            </a:xfrm>
          </p:grpSpPr>
          <p:sp>
            <p:nvSpPr>
              <p:cNvPr id="36889" name="Freeform 78"/>
              <p:cNvSpPr>
                <a:spLocks/>
              </p:cNvSpPr>
              <p:nvPr/>
            </p:nvSpPr>
            <p:spPr bwMode="auto">
              <a:xfrm>
                <a:off x="3648" y="3408"/>
                <a:ext cx="1387" cy="564"/>
              </a:xfrm>
              <a:custGeom>
                <a:avLst/>
                <a:gdLst>
                  <a:gd name="T0" fmla="*/ 253 w 1384"/>
                  <a:gd name="T1" fmla="*/ 167 h 624"/>
                  <a:gd name="T2" fmla="*/ 1383 w 1384"/>
                  <a:gd name="T3" fmla="*/ 104 h 624"/>
                  <a:gd name="T4" fmla="*/ 0 w 1384"/>
                  <a:gd name="T5" fmla="*/ 0 h 624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1384" h="624">
                    <a:moveTo>
                      <a:pt x="240" y="624"/>
                    </a:moveTo>
                    <a:cubicBezTo>
                      <a:pt x="812" y="556"/>
                      <a:pt x="1384" y="488"/>
                      <a:pt x="1344" y="384"/>
                    </a:cubicBezTo>
                    <a:cubicBezTo>
                      <a:pt x="1304" y="280"/>
                      <a:pt x="216" y="64"/>
                      <a:pt x="0" y="0"/>
                    </a:cubicBezTo>
                  </a:path>
                </a:pathLst>
              </a:custGeom>
              <a:noFill/>
              <a:ln w="9525" cap="rnd">
                <a:solidFill>
                  <a:schemeClr val="tx1"/>
                </a:solidFill>
                <a:prstDash val="sysDot"/>
                <a:round/>
                <a:headEnd type="none" w="med" len="med"/>
                <a:tailEnd type="triangle" w="med" len="med"/>
              </a:ln>
              <a:effectLst/>
            </p:spPr>
            <p:txBody>
              <a:bodyPr/>
              <a:lstStyle/>
              <a:p>
                <a:endParaRPr lang="pt-BR"/>
              </a:p>
            </p:txBody>
          </p:sp>
          <p:sp>
            <p:nvSpPr>
              <p:cNvPr id="36890" name="Text Box 79"/>
              <p:cNvSpPr txBox="1">
                <a:spLocks noChangeArrowheads="1"/>
              </p:cNvSpPr>
              <p:nvPr/>
            </p:nvSpPr>
            <p:spPr bwMode="auto">
              <a:xfrm>
                <a:off x="2922" y="3309"/>
                <a:ext cx="649" cy="242"/>
              </a:xfrm>
              <a:prstGeom prst="rect">
                <a:avLst/>
              </a:prstGeom>
              <a:solidFill>
                <a:schemeClr val="bg1"/>
              </a:solidFill>
              <a:ln w="9525">
                <a:noFill/>
                <a:miter lim="800000"/>
                <a:headEnd/>
                <a:tailEnd/>
              </a:ln>
              <a:effectLst/>
            </p:spPr>
            <p:txBody>
              <a:bodyPr>
                <a:spAutoFit/>
              </a:bodyPr>
              <a:lstStyle/>
              <a:p>
                <a:pPr>
                  <a:lnSpc>
                    <a:spcPct val="95000"/>
                  </a:lnSpc>
                  <a:spcBef>
                    <a:spcPct val="50000"/>
                  </a:spcBef>
                  <a:buClr>
                    <a:srgbClr val="000000"/>
                  </a:buClr>
                  <a:buSzPct val="100000"/>
                  <a:buFont typeface="Times New Roman" pitchFamily="18" charset="0"/>
                  <a:buNone/>
                </a:pPr>
                <a:r>
                  <a:rPr lang="pt-BR" altLang="pt-BR" sz="2000">
                    <a:solidFill>
                      <a:schemeClr val="tx1"/>
                    </a:solidFill>
                  </a:rPr>
                  <a:t>8395</a:t>
                </a:r>
              </a:p>
            </p:txBody>
          </p:sp>
          <p:sp>
            <p:nvSpPr>
              <p:cNvPr id="36891" name="Text Box 80"/>
              <p:cNvSpPr txBox="1">
                <a:spLocks noChangeArrowheads="1"/>
              </p:cNvSpPr>
              <p:nvPr/>
            </p:nvSpPr>
            <p:spPr bwMode="auto">
              <a:xfrm>
                <a:off x="3708" y="3909"/>
                <a:ext cx="1440" cy="405"/>
              </a:xfrm>
              <a:prstGeom prst="rect">
                <a:avLst/>
              </a:prstGeom>
              <a:noFill/>
              <a:ln w="9525">
                <a:noFill/>
                <a:round/>
                <a:headEnd/>
                <a:tailEnd/>
              </a:ln>
              <a:effectLst/>
            </p:spPr>
            <p:txBody>
              <a:bodyPr lIns="90000" tIns="46800" rIns="90000" bIns="46800">
                <a:spAutoFit/>
              </a:bodyPr>
              <a:lstStyle/>
              <a:p>
                <a:pPr algn="ctr">
                  <a:spcBef>
                    <a:spcPts val="2250"/>
                  </a:spcBef>
                  <a:buClr>
                    <a:srgbClr val="000000"/>
                  </a:buClr>
                  <a:buSzPct val="100000"/>
                  <a:buFont typeface="Times New Roman" pitchFamily="18" charset="0"/>
                  <a:buNone/>
                  <a:tabLst>
                    <a:tab pos="0" algn="l"/>
                    <a:tab pos="914400" algn="l"/>
                    <a:tab pos="1828800" algn="l"/>
                    <a:tab pos="2743200" algn="l"/>
                    <a:tab pos="3657600" algn="l"/>
                    <a:tab pos="4572000" algn="l"/>
                    <a:tab pos="5486400" algn="l"/>
                    <a:tab pos="6400800" algn="l"/>
                    <a:tab pos="7315200" algn="l"/>
                    <a:tab pos="8229600" algn="l"/>
                    <a:tab pos="9144000" algn="l"/>
                    <a:tab pos="10058400" algn="l"/>
                  </a:tabLst>
                </a:pPr>
                <a:r>
                  <a:rPr lang="en-GB" altLang="pt-BR" sz="3600" b="1">
                    <a:solidFill>
                      <a:srgbClr val="000000"/>
                    </a:solidFill>
                  </a:rPr>
                  <a:t>8395</a:t>
                </a:r>
                <a:endParaRPr lang="en-GB" altLang="pt-BR" sz="3600" b="1">
                  <a:solidFill>
                    <a:srgbClr val="003399"/>
                  </a:solidFill>
                </a:endParaRPr>
              </a:p>
            </p:txBody>
          </p:sp>
        </p:grpSp>
      </p:grpSp>
    </p:spTree>
  </p:cSld>
  <p:clrMapOvr>
    <a:masterClrMapping/>
  </p:clrMapOvr>
  <p:transition spd="med"/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14" name="Rectangle 1"/>
          <p:cNvSpPr>
            <a:spLocks noGrp="1" noChangeArrowheads="1"/>
          </p:cNvSpPr>
          <p:nvPr>
            <p:ph type="title" idx="4294967295"/>
          </p:nvPr>
        </p:nvSpPr>
        <p:spPr>
          <a:xfrm>
            <a:off x="685800" y="419100"/>
            <a:ext cx="7772400" cy="762000"/>
          </a:xfrm>
        </p:spPr>
        <p:txBody>
          <a:bodyPr>
            <a:spAutoFit/>
          </a:bodyPr>
          <a:lstStyle/>
          <a:p>
            <a:pPr algn="ctr">
              <a:lnSpc>
                <a:spcPct val="100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altLang="pt-BR"/>
              <a:t>Saída de Dados</a:t>
            </a:r>
          </a:p>
        </p:txBody>
      </p:sp>
      <p:graphicFrame>
        <p:nvGraphicFramePr>
          <p:cNvPr id="38915" name="Object 2"/>
          <p:cNvGraphicFramePr>
            <a:graphicFrameLocks noChangeAspect="1"/>
          </p:cNvGraphicFramePr>
          <p:nvPr/>
        </p:nvGraphicFramePr>
        <p:xfrm>
          <a:off x="6705600" y="1657350"/>
          <a:ext cx="2133600" cy="13906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3" imgW="1066667" imgH="695238" progId="">
                  <p:embed/>
                </p:oleObj>
              </mc:Choice>
              <mc:Fallback>
                <p:oleObj r:id="rId3" imgW="1066667" imgH="695238" progId="">
                  <p:embed/>
                  <p:pic>
                    <p:nvPicPr>
                      <p:cNvPr id="0" name="Object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705600" y="1657350"/>
                        <a:ext cx="2133600" cy="139065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blipFill dpi="0" rotWithShape="0">
                              <a:blip/>
                              <a:srcRect/>
                              <a:stretch>
                                <a:fillRect/>
                              </a:stretch>
                            </a:blip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8916" name="Object 3"/>
          <p:cNvGraphicFramePr>
            <a:graphicFrameLocks noChangeAspect="1"/>
          </p:cNvGraphicFramePr>
          <p:nvPr/>
        </p:nvGraphicFramePr>
        <p:xfrm>
          <a:off x="1143000" y="1752600"/>
          <a:ext cx="2133600" cy="890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5" imgW="933580" imgH="390580" progId="">
                  <p:embed/>
                </p:oleObj>
              </mc:Choice>
              <mc:Fallback>
                <p:oleObj r:id="rId5" imgW="933580" imgH="390580" progId="">
                  <p:embed/>
                  <p:pic>
                    <p:nvPicPr>
                      <p:cNvPr id="0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143000" y="1752600"/>
                        <a:ext cx="2133600" cy="890588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blipFill dpi="0" rotWithShape="0">
                              <a:blip/>
                              <a:srcRect/>
                              <a:stretch>
                                <a:fillRect/>
                              </a:stretch>
                            </a:blip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8917" name="Object 4"/>
          <p:cNvGraphicFramePr>
            <a:graphicFrameLocks noChangeAspect="1"/>
          </p:cNvGraphicFramePr>
          <p:nvPr/>
        </p:nvGraphicFramePr>
        <p:xfrm>
          <a:off x="4495800" y="1447800"/>
          <a:ext cx="793750" cy="1600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7" imgW="628560" imgH="1247760" progId="">
                  <p:embed/>
                </p:oleObj>
              </mc:Choice>
              <mc:Fallback>
                <p:oleObj r:id="rId7" imgW="628560" imgH="1247760" progId="">
                  <p:embed/>
                  <p:pic>
                    <p:nvPicPr>
                      <p:cNvPr id="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495800" y="1447800"/>
                        <a:ext cx="793750" cy="16002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blipFill dpi="0" rotWithShape="0">
                              <a:blip/>
                              <a:srcRect/>
                              <a:stretch>
                                <a:fillRect/>
                              </a:stretch>
                            </a:blip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8918" name="Text Box 5"/>
          <p:cNvSpPr txBox="1">
            <a:spLocks noChangeArrowheads="1"/>
          </p:cNvSpPr>
          <p:nvPr/>
        </p:nvSpPr>
        <p:spPr bwMode="auto">
          <a:xfrm>
            <a:off x="1219200" y="2743200"/>
            <a:ext cx="1828800" cy="785813"/>
          </a:xfrm>
          <a:prstGeom prst="rect">
            <a:avLst/>
          </a:prstGeom>
          <a:noFill/>
          <a:ln w="9525">
            <a:noFill/>
            <a:round/>
            <a:headEnd/>
            <a:tailEnd/>
          </a:ln>
          <a:effectLst/>
        </p:spPr>
        <p:txBody>
          <a:bodyPr lIns="90000" tIns="46800" rIns="90000" bIns="46800">
            <a:spAutoFit/>
          </a:bodyPr>
          <a:lstStyle/>
          <a:p>
            <a:pPr algn="ctr">
              <a:spcBef>
                <a:spcPts val="1125"/>
              </a:spcBef>
              <a:buClr>
                <a:srgbClr val="000000"/>
              </a:buClr>
              <a:buSzPct val="100000"/>
              <a:buFont typeface="Times New Roman" pitchFamily="18" charset="0"/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altLang="pt-BR" sz="1800" b="1">
                <a:solidFill>
                  <a:srgbClr val="000000"/>
                </a:solidFill>
              </a:rPr>
              <a:t>ENTRADA</a:t>
            </a:r>
          </a:p>
          <a:p>
            <a:pPr algn="ctr">
              <a:spcBef>
                <a:spcPts val="1125"/>
              </a:spcBef>
              <a:buClr>
                <a:srgbClr val="000000"/>
              </a:buClr>
              <a:buSzPct val="100000"/>
              <a:buFont typeface="Times New Roman" pitchFamily="18" charset="0"/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altLang="pt-BR" sz="1800" b="1">
                <a:solidFill>
                  <a:srgbClr val="000000"/>
                </a:solidFill>
              </a:rPr>
              <a:t>(TECLADO)</a:t>
            </a:r>
          </a:p>
        </p:txBody>
      </p:sp>
      <p:sp>
        <p:nvSpPr>
          <p:cNvPr id="38919" name="Text Box 6"/>
          <p:cNvSpPr txBox="1">
            <a:spLocks noChangeArrowheads="1"/>
          </p:cNvSpPr>
          <p:nvPr/>
        </p:nvSpPr>
        <p:spPr bwMode="auto">
          <a:xfrm>
            <a:off x="3200400" y="3200400"/>
            <a:ext cx="2514600" cy="862013"/>
          </a:xfrm>
          <a:prstGeom prst="rect">
            <a:avLst/>
          </a:prstGeom>
          <a:noFill/>
          <a:ln w="9525">
            <a:noFill/>
            <a:round/>
            <a:headEnd/>
            <a:tailEnd/>
          </a:ln>
          <a:effectLst/>
        </p:spPr>
        <p:txBody>
          <a:bodyPr lIns="90000" tIns="46800" rIns="90000" bIns="46800">
            <a:spAutoFit/>
          </a:bodyPr>
          <a:lstStyle/>
          <a:p>
            <a:pPr algn="ctr">
              <a:spcBef>
                <a:spcPts val="1250"/>
              </a:spcBef>
              <a:buClr>
                <a:srgbClr val="000000"/>
              </a:buClr>
              <a:buSzPct val="100000"/>
              <a:buFont typeface="Times New Roman" pitchFamily="18" charset="0"/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altLang="pt-BR" sz="2000" b="1">
                <a:solidFill>
                  <a:srgbClr val="000000"/>
                </a:solidFill>
              </a:rPr>
              <a:t>PROCESSAMENTO</a:t>
            </a:r>
          </a:p>
          <a:p>
            <a:pPr algn="ctr">
              <a:spcBef>
                <a:spcPts val="1250"/>
              </a:spcBef>
              <a:buClr>
                <a:srgbClr val="000000"/>
              </a:buClr>
              <a:buSzPct val="100000"/>
              <a:buFont typeface="Times New Roman" pitchFamily="18" charset="0"/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altLang="pt-BR" sz="2000">
                <a:solidFill>
                  <a:srgbClr val="000000"/>
                </a:solidFill>
              </a:rPr>
              <a:t>Memória</a:t>
            </a:r>
          </a:p>
        </p:txBody>
      </p:sp>
      <p:sp>
        <p:nvSpPr>
          <p:cNvPr id="38920" name="Text Box 7"/>
          <p:cNvSpPr txBox="1">
            <a:spLocks noChangeArrowheads="1"/>
          </p:cNvSpPr>
          <p:nvPr/>
        </p:nvSpPr>
        <p:spPr bwMode="auto">
          <a:xfrm>
            <a:off x="6781800" y="3048000"/>
            <a:ext cx="1828800" cy="785813"/>
          </a:xfrm>
          <a:prstGeom prst="rect">
            <a:avLst/>
          </a:prstGeom>
          <a:noFill/>
          <a:ln w="9525">
            <a:noFill/>
            <a:round/>
            <a:headEnd/>
            <a:tailEnd/>
          </a:ln>
          <a:effectLst/>
        </p:spPr>
        <p:txBody>
          <a:bodyPr lIns="90000" tIns="46800" rIns="90000" bIns="46800">
            <a:spAutoFit/>
          </a:bodyPr>
          <a:lstStyle/>
          <a:p>
            <a:pPr algn="ctr">
              <a:spcBef>
                <a:spcPts val="1125"/>
              </a:spcBef>
              <a:buClr>
                <a:srgbClr val="000000"/>
              </a:buClr>
              <a:buSzPct val="100000"/>
              <a:buFont typeface="Times New Roman" pitchFamily="18" charset="0"/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altLang="pt-BR" sz="1800" b="1">
                <a:solidFill>
                  <a:srgbClr val="000000"/>
                </a:solidFill>
              </a:rPr>
              <a:t>SAÍDA </a:t>
            </a:r>
          </a:p>
          <a:p>
            <a:pPr algn="ctr">
              <a:spcBef>
                <a:spcPts val="1125"/>
              </a:spcBef>
              <a:buClr>
                <a:srgbClr val="000000"/>
              </a:buClr>
              <a:buSzPct val="100000"/>
              <a:buFont typeface="Times New Roman" pitchFamily="18" charset="0"/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altLang="pt-BR" sz="1800" b="1">
                <a:solidFill>
                  <a:srgbClr val="000000"/>
                </a:solidFill>
              </a:rPr>
              <a:t>(VÍDEO)</a:t>
            </a:r>
          </a:p>
        </p:txBody>
      </p:sp>
      <p:sp>
        <p:nvSpPr>
          <p:cNvPr id="38921" name="AutoShape 8"/>
          <p:cNvSpPr>
            <a:spLocks noChangeArrowheads="1"/>
          </p:cNvSpPr>
          <p:nvPr/>
        </p:nvSpPr>
        <p:spPr bwMode="auto">
          <a:xfrm>
            <a:off x="3352800" y="1981200"/>
            <a:ext cx="914400" cy="381000"/>
          </a:xfrm>
          <a:prstGeom prst="rightArrow">
            <a:avLst>
              <a:gd name="adj1" fmla="val 50000"/>
              <a:gd name="adj2" fmla="val 60000"/>
            </a:avLst>
          </a:prstGeom>
          <a:solidFill>
            <a:srgbClr val="5490A8"/>
          </a:solidFill>
          <a:ln w="9360">
            <a:solidFill>
              <a:srgbClr val="000000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>
              <a:lnSpc>
                <a:spcPct val="95000"/>
              </a:lnSpc>
              <a:buClr>
                <a:srgbClr val="000000"/>
              </a:buClr>
              <a:buSzPct val="100000"/>
              <a:buFont typeface="Times New Roman" pitchFamily="18" charset="0"/>
              <a:buNone/>
            </a:pPr>
            <a:endParaRPr lang="pt-BR" altLang="pt-BR"/>
          </a:p>
        </p:txBody>
      </p:sp>
      <p:sp>
        <p:nvSpPr>
          <p:cNvPr id="38922" name="AutoShape 9"/>
          <p:cNvSpPr>
            <a:spLocks noChangeArrowheads="1"/>
          </p:cNvSpPr>
          <p:nvPr/>
        </p:nvSpPr>
        <p:spPr bwMode="auto">
          <a:xfrm>
            <a:off x="5638800" y="1981200"/>
            <a:ext cx="914400" cy="381000"/>
          </a:xfrm>
          <a:prstGeom prst="rightArrow">
            <a:avLst>
              <a:gd name="adj1" fmla="val 50000"/>
              <a:gd name="adj2" fmla="val 60000"/>
            </a:avLst>
          </a:prstGeom>
          <a:solidFill>
            <a:srgbClr val="5490A8"/>
          </a:solidFill>
          <a:ln w="9360">
            <a:solidFill>
              <a:srgbClr val="000000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>
              <a:lnSpc>
                <a:spcPct val="95000"/>
              </a:lnSpc>
              <a:buClr>
                <a:srgbClr val="000000"/>
              </a:buClr>
              <a:buSzPct val="100000"/>
              <a:buFont typeface="Times New Roman" pitchFamily="18" charset="0"/>
              <a:buNone/>
            </a:pPr>
            <a:endParaRPr lang="pt-BR" altLang="pt-BR"/>
          </a:p>
        </p:txBody>
      </p:sp>
      <p:sp>
        <p:nvSpPr>
          <p:cNvPr id="38923" name="AutoShape 10">
            <a:hlinkClick r:id="rId9" action="ppaction://hlinksldjump"/>
          </p:cNvPr>
          <p:cNvSpPr>
            <a:spLocks noChangeArrowheads="1"/>
          </p:cNvSpPr>
          <p:nvPr/>
        </p:nvSpPr>
        <p:spPr bwMode="auto">
          <a:xfrm>
            <a:off x="8610600" y="6324600"/>
            <a:ext cx="357188" cy="357188"/>
          </a:xfrm>
          <a:prstGeom prst="actionButtonBackPrevious">
            <a:avLst/>
          </a:prstGeom>
          <a:solidFill>
            <a:srgbClr val="FF3399"/>
          </a:solidFill>
          <a:ln w="9360">
            <a:solidFill>
              <a:srgbClr val="000000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>
              <a:lnSpc>
                <a:spcPct val="95000"/>
              </a:lnSpc>
              <a:buClr>
                <a:srgbClr val="000000"/>
              </a:buClr>
              <a:buSzPct val="100000"/>
              <a:buFont typeface="Times New Roman" pitchFamily="18" charset="0"/>
              <a:buNone/>
            </a:pPr>
            <a:endParaRPr lang="pt-BR" altLang="pt-BR"/>
          </a:p>
        </p:txBody>
      </p:sp>
      <p:sp>
        <p:nvSpPr>
          <p:cNvPr id="38924" name="Text Box 20"/>
          <p:cNvSpPr txBox="1">
            <a:spLocks noChangeArrowheads="1"/>
          </p:cNvSpPr>
          <p:nvPr/>
        </p:nvSpPr>
        <p:spPr bwMode="auto">
          <a:xfrm>
            <a:off x="7467600" y="5084763"/>
            <a:ext cx="1676400" cy="647700"/>
          </a:xfrm>
          <a:prstGeom prst="rect">
            <a:avLst/>
          </a:prstGeom>
          <a:noFill/>
          <a:ln w="9525">
            <a:noFill/>
            <a:round/>
            <a:headEnd/>
            <a:tailEnd/>
          </a:ln>
          <a:effectLst/>
        </p:spPr>
        <p:txBody>
          <a:bodyPr lIns="90000" tIns="46800" rIns="90000" bIns="46800">
            <a:spAutoFit/>
          </a:bodyPr>
          <a:lstStyle/>
          <a:p>
            <a:pPr algn="ctr">
              <a:spcBef>
                <a:spcPts val="6000"/>
              </a:spcBef>
              <a:buClr>
                <a:srgbClr val="808080"/>
              </a:buClr>
              <a:buSzPct val="100000"/>
              <a:buFont typeface="Times New Roman" pitchFamily="18" charset="0"/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pt-BR" altLang="pt-BR" sz="3600">
                <a:solidFill>
                  <a:schemeClr val="bg2"/>
                </a:solidFill>
              </a:rPr>
              <a:t>8395</a:t>
            </a:r>
            <a:endParaRPr lang="en-GB" altLang="pt-BR" sz="3600">
              <a:solidFill>
                <a:schemeClr val="bg2"/>
              </a:solidFill>
            </a:endParaRPr>
          </a:p>
        </p:txBody>
      </p:sp>
      <p:sp>
        <p:nvSpPr>
          <p:cNvPr id="38925" name="Line 21"/>
          <p:cNvSpPr>
            <a:spLocks noChangeShapeType="1"/>
          </p:cNvSpPr>
          <p:nvPr/>
        </p:nvSpPr>
        <p:spPr bwMode="auto">
          <a:xfrm flipV="1">
            <a:off x="4838700" y="5467350"/>
            <a:ext cx="2667000" cy="17463"/>
          </a:xfrm>
          <a:prstGeom prst="line">
            <a:avLst/>
          </a:prstGeom>
          <a:noFill/>
          <a:ln w="38160" cap="rnd">
            <a:solidFill>
              <a:srgbClr val="000000"/>
            </a:solidFill>
            <a:prstDash val="sysDot"/>
            <a:miter lim="800000"/>
            <a:headEnd/>
            <a:tailEnd type="triangle" w="med" len="med"/>
          </a:ln>
          <a:effectLst/>
        </p:spPr>
        <p:txBody>
          <a:bodyPr/>
          <a:lstStyle/>
          <a:p>
            <a:endParaRPr lang="pt-BR"/>
          </a:p>
        </p:txBody>
      </p:sp>
      <p:sp>
        <p:nvSpPr>
          <p:cNvPr id="38926" name="Text Box 22"/>
          <p:cNvSpPr txBox="1">
            <a:spLocks noChangeArrowheads="1"/>
          </p:cNvSpPr>
          <p:nvPr/>
        </p:nvSpPr>
        <p:spPr bwMode="auto">
          <a:xfrm>
            <a:off x="5791200" y="4619625"/>
            <a:ext cx="1600200" cy="825500"/>
          </a:xfrm>
          <a:prstGeom prst="rect">
            <a:avLst/>
          </a:prstGeom>
          <a:noFill/>
          <a:ln w="9525">
            <a:noFill/>
            <a:round/>
            <a:headEnd/>
            <a:tailEnd/>
          </a:ln>
          <a:effectLst/>
        </p:spPr>
        <p:txBody>
          <a:bodyPr lIns="90000" tIns="46800" rIns="90000" bIns="46800">
            <a:spAutoFit/>
          </a:bodyPr>
          <a:lstStyle/>
          <a:p>
            <a:pPr>
              <a:spcBef>
                <a:spcPts val="3000"/>
              </a:spcBef>
              <a:buClr>
                <a:srgbClr val="008000"/>
              </a:buClr>
              <a:buSzPct val="100000"/>
              <a:buFont typeface="Times New Roman" pitchFamily="18" charset="0"/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altLang="pt-BR" sz="4800">
                <a:solidFill>
                  <a:srgbClr val="008000"/>
                </a:solidFill>
              </a:rPr>
              <a:t>printf</a:t>
            </a:r>
          </a:p>
        </p:txBody>
      </p:sp>
      <p:sp>
        <p:nvSpPr>
          <p:cNvPr id="38927" name="Text Box 35"/>
          <p:cNvSpPr txBox="1">
            <a:spLocks noChangeArrowheads="1"/>
          </p:cNvSpPr>
          <p:nvPr/>
        </p:nvSpPr>
        <p:spPr bwMode="auto">
          <a:xfrm>
            <a:off x="3243263" y="4114800"/>
            <a:ext cx="2471737" cy="1797050"/>
          </a:xfrm>
          <a:prstGeom prst="rect">
            <a:avLst/>
          </a:prstGeom>
          <a:noFill/>
          <a:ln w="9360">
            <a:solidFill>
              <a:srgbClr val="000000"/>
            </a:solidFill>
            <a:miter lim="800000"/>
            <a:headEnd/>
            <a:tailEnd/>
          </a:ln>
          <a:effectLst/>
        </p:spPr>
        <p:txBody>
          <a:bodyPr lIns="90000" tIns="46800" rIns="90000" bIns="46800">
            <a:spAutoFit/>
          </a:bodyPr>
          <a:lstStyle/>
          <a:p>
            <a:pPr>
              <a:spcBef>
                <a:spcPts val="1250"/>
              </a:spcBef>
              <a:buClr>
                <a:srgbClr val="000000"/>
              </a:buClr>
              <a:buSzPct val="100000"/>
              <a:buFont typeface="Times New Roman" pitchFamily="18" charset="0"/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endParaRPr lang="en-GB" altLang="pt-BR" sz="2000">
              <a:solidFill>
                <a:srgbClr val="000000"/>
              </a:solidFill>
            </a:endParaRPr>
          </a:p>
          <a:p>
            <a:pPr>
              <a:spcBef>
                <a:spcPts val="1250"/>
              </a:spcBef>
              <a:buClr>
                <a:srgbClr val="000000"/>
              </a:buClr>
              <a:buSzPct val="100000"/>
              <a:buFont typeface="Times New Roman" pitchFamily="18" charset="0"/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endParaRPr lang="en-GB" altLang="pt-BR" sz="2000">
              <a:solidFill>
                <a:srgbClr val="000000"/>
              </a:solidFill>
            </a:endParaRPr>
          </a:p>
          <a:p>
            <a:pPr>
              <a:spcBef>
                <a:spcPts val="1250"/>
              </a:spcBef>
              <a:buClr>
                <a:srgbClr val="000000"/>
              </a:buClr>
              <a:buSzPct val="100000"/>
              <a:buFont typeface="Times New Roman" pitchFamily="18" charset="0"/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endParaRPr lang="en-GB" altLang="pt-BR" sz="2000">
              <a:solidFill>
                <a:srgbClr val="000000"/>
              </a:solidFill>
            </a:endParaRPr>
          </a:p>
          <a:p>
            <a:pPr>
              <a:spcBef>
                <a:spcPts val="1250"/>
              </a:spcBef>
              <a:buClr>
                <a:srgbClr val="000000"/>
              </a:buClr>
              <a:buSzPct val="100000"/>
              <a:buFont typeface="Times New Roman" pitchFamily="18" charset="0"/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endParaRPr lang="en-GB" altLang="pt-BR" sz="2000">
              <a:solidFill>
                <a:srgbClr val="000000"/>
              </a:solidFill>
            </a:endParaRPr>
          </a:p>
        </p:txBody>
      </p:sp>
      <p:sp>
        <p:nvSpPr>
          <p:cNvPr id="38928" name="Text Box 36"/>
          <p:cNvSpPr txBox="1">
            <a:spLocks noChangeArrowheads="1"/>
          </p:cNvSpPr>
          <p:nvPr/>
        </p:nvSpPr>
        <p:spPr bwMode="auto">
          <a:xfrm>
            <a:off x="3881438" y="6238875"/>
            <a:ext cx="1195387" cy="466725"/>
          </a:xfrm>
          <a:prstGeom prst="rect">
            <a:avLst/>
          </a:prstGeom>
          <a:solidFill>
            <a:srgbClr val="FFFF66"/>
          </a:solidFill>
          <a:ln w="9360">
            <a:solidFill>
              <a:srgbClr val="000000"/>
            </a:solidFill>
            <a:miter lim="800000"/>
            <a:headEnd/>
            <a:tailEnd/>
          </a:ln>
          <a:effectLst/>
        </p:spPr>
        <p:txBody>
          <a:bodyPr lIns="90000" tIns="46800" rIns="90000" bIns="46800">
            <a:spAutoFit/>
          </a:bodyPr>
          <a:lstStyle/>
          <a:p>
            <a:pPr algn="ctr">
              <a:spcBef>
                <a:spcPts val="1500"/>
              </a:spcBef>
              <a:buClr>
                <a:srgbClr val="000000"/>
              </a:buClr>
              <a:buSzPct val="100000"/>
              <a:buFont typeface="Times New Roman" pitchFamily="18" charset="0"/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altLang="pt-BR" b="1">
                <a:solidFill>
                  <a:srgbClr val="000000"/>
                </a:solidFill>
              </a:rPr>
              <a:t>CPU</a:t>
            </a:r>
          </a:p>
        </p:txBody>
      </p:sp>
      <p:sp>
        <p:nvSpPr>
          <p:cNvPr id="38929" name="Line 37"/>
          <p:cNvSpPr>
            <a:spLocks noChangeShapeType="1"/>
          </p:cNvSpPr>
          <p:nvPr/>
        </p:nvSpPr>
        <p:spPr bwMode="auto">
          <a:xfrm flipV="1">
            <a:off x="4200525" y="5942013"/>
            <a:ext cx="1588" cy="231775"/>
          </a:xfrm>
          <a:prstGeom prst="line">
            <a:avLst/>
          </a:prstGeom>
          <a:noFill/>
          <a:ln w="28440">
            <a:solidFill>
              <a:srgbClr val="000000"/>
            </a:solidFill>
            <a:miter lim="800000"/>
            <a:headEnd/>
            <a:tailEnd type="triangle" w="med" len="med"/>
          </a:ln>
          <a:effectLst/>
        </p:spPr>
        <p:txBody>
          <a:bodyPr/>
          <a:lstStyle/>
          <a:p>
            <a:endParaRPr lang="pt-BR"/>
          </a:p>
        </p:txBody>
      </p:sp>
      <p:sp>
        <p:nvSpPr>
          <p:cNvPr id="38930" name="Line 38"/>
          <p:cNvSpPr>
            <a:spLocks noChangeShapeType="1"/>
          </p:cNvSpPr>
          <p:nvPr/>
        </p:nvSpPr>
        <p:spPr bwMode="auto">
          <a:xfrm flipV="1">
            <a:off x="4598988" y="5942013"/>
            <a:ext cx="1587" cy="231775"/>
          </a:xfrm>
          <a:prstGeom prst="line">
            <a:avLst/>
          </a:prstGeom>
          <a:noFill/>
          <a:ln w="28440">
            <a:solidFill>
              <a:srgbClr val="000000"/>
            </a:solidFill>
            <a:miter lim="800000"/>
            <a:headEnd type="triangle" w="med" len="med"/>
            <a:tailEnd/>
          </a:ln>
          <a:effectLst/>
        </p:spPr>
        <p:txBody>
          <a:bodyPr/>
          <a:lstStyle/>
          <a:p>
            <a:endParaRPr lang="pt-BR"/>
          </a:p>
        </p:txBody>
      </p:sp>
      <p:sp>
        <p:nvSpPr>
          <p:cNvPr id="38931" name="Text Box 39"/>
          <p:cNvSpPr txBox="1">
            <a:spLocks noChangeArrowheads="1"/>
          </p:cNvSpPr>
          <p:nvPr/>
        </p:nvSpPr>
        <p:spPr bwMode="auto">
          <a:xfrm>
            <a:off x="3167063" y="4114800"/>
            <a:ext cx="1633537" cy="401638"/>
          </a:xfrm>
          <a:prstGeom prst="rect">
            <a:avLst/>
          </a:prstGeom>
          <a:noFill/>
          <a:ln w="9525">
            <a:noFill/>
            <a:round/>
            <a:headEnd/>
            <a:tailEnd/>
          </a:ln>
          <a:effectLst/>
        </p:spPr>
        <p:txBody>
          <a:bodyPr lIns="90000" tIns="46800" rIns="90000" bIns="46800">
            <a:spAutoFit/>
          </a:bodyPr>
          <a:lstStyle/>
          <a:p>
            <a:pPr algn="ctr">
              <a:spcBef>
                <a:spcPts val="1250"/>
              </a:spcBef>
              <a:buClr>
                <a:srgbClr val="FF3300"/>
              </a:buClr>
              <a:buSzPct val="100000"/>
              <a:buFont typeface="Times New Roman" pitchFamily="18" charset="0"/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altLang="pt-BR" sz="2000" b="1">
                <a:solidFill>
                  <a:srgbClr val="FF3300"/>
                </a:solidFill>
              </a:rPr>
              <a:t>Idade</a:t>
            </a:r>
          </a:p>
        </p:txBody>
      </p:sp>
      <p:sp>
        <p:nvSpPr>
          <p:cNvPr id="38932" name="Text Box 40"/>
          <p:cNvSpPr txBox="1">
            <a:spLocks noChangeArrowheads="1"/>
          </p:cNvSpPr>
          <p:nvPr/>
        </p:nvSpPr>
        <p:spPr bwMode="auto">
          <a:xfrm>
            <a:off x="3243263" y="4495800"/>
            <a:ext cx="1435100" cy="406400"/>
          </a:xfrm>
          <a:prstGeom prst="rect">
            <a:avLst/>
          </a:prstGeom>
          <a:noFill/>
          <a:ln w="9360">
            <a:solidFill>
              <a:srgbClr val="000000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>
              <a:lnSpc>
                <a:spcPct val="95000"/>
              </a:lnSpc>
              <a:buClr>
                <a:srgbClr val="000000"/>
              </a:buClr>
              <a:buSzPct val="100000"/>
              <a:buFont typeface="Times New Roman" pitchFamily="18" charset="0"/>
              <a:buNone/>
            </a:pPr>
            <a:endParaRPr lang="pt-BR" altLang="pt-BR"/>
          </a:p>
        </p:txBody>
      </p:sp>
      <p:sp>
        <p:nvSpPr>
          <p:cNvPr id="38933" name="Text Box 41"/>
          <p:cNvSpPr txBox="1">
            <a:spLocks noChangeArrowheads="1"/>
          </p:cNvSpPr>
          <p:nvPr/>
        </p:nvSpPr>
        <p:spPr bwMode="auto">
          <a:xfrm>
            <a:off x="3243263" y="4851400"/>
            <a:ext cx="1595437" cy="398463"/>
          </a:xfrm>
          <a:prstGeom prst="rect">
            <a:avLst/>
          </a:prstGeom>
          <a:noFill/>
          <a:ln w="9525">
            <a:noFill/>
            <a:round/>
            <a:headEnd/>
            <a:tailEnd/>
          </a:ln>
          <a:effectLst/>
        </p:spPr>
        <p:txBody>
          <a:bodyPr lIns="90000" tIns="46800" rIns="90000" bIns="46800">
            <a:spAutoFit/>
          </a:bodyPr>
          <a:lstStyle/>
          <a:p>
            <a:pPr algn="ctr">
              <a:spcBef>
                <a:spcPts val="1250"/>
              </a:spcBef>
              <a:buClr>
                <a:srgbClr val="FF3300"/>
              </a:buClr>
              <a:buSzPct val="100000"/>
              <a:buFont typeface="Times New Roman" pitchFamily="18" charset="0"/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altLang="pt-BR" sz="2000" b="1">
                <a:solidFill>
                  <a:srgbClr val="FF3300"/>
                </a:solidFill>
              </a:rPr>
              <a:t>QtdeDias</a:t>
            </a:r>
          </a:p>
        </p:txBody>
      </p:sp>
      <p:sp>
        <p:nvSpPr>
          <p:cNvPr id="38934" name="Text Box 42"/>
          <p:cNvSpPr txBox="1">
            <a:spLocks noChangeArrowheads="1"/>
          </p:cNvSpPr>
          <p:nvPr/>
        </p:nvSpPr>
        <p:spPr bwMode="auto">
          <a:xfrm>
            <a:off x="3243263" y="5232400"/>
            <a:ext cx="1435100" cy="406400"/>
          </a:xfrm>
          <a:prstGeom prst="rect">
            <a:avLst/>
          </a:prstGeom>
          <a:noFill/>
          <a:ln w="9360">
            <a:solidFill>
              <a:srgbClr val="000000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>
              <a:lnSpc>
                <a:spcPct val="95000"/>
              </a:lnSpc>
              <a:buClr>
                <a:srgbClr val="000000"/>
              </a:buClr>
              <a:buSzPct val="100000"/>
              <a:buFont typeface="Times New Roman" pitchFamily="18" charset="0"/>
              <a:buNone/>
            </a:pPr>
            <a:endParaRPr lang="pt-BR" altLang="pt-BR"/>
          </a:p>
        </p:txBody>
      </p:sp>
      <p:sp>
        <p:nvSpPr>
          <p:cNvPr id="38935" name="Text Box 43"/>
          <p:cNvSpPr txBox="1">
            <a:spLocks noChangeArrowheads="1"/>
          </p:cNvSpPr>
          <p:nvPr/>
        </p:nvSpPr>
        <p:spPr bwMode="auto">
          <a:xfrm>
            <a:off x="3657600" y="4513263"/>
            <a:ext cx="609600" cy="381000"/>
          </a:xfrm>
          <a:prstGeom prst="rect">
            <a:avLst/>
          </a:prstGeom>
          <a:solidFill>
            <a:schemeClr val="bg1"/>
          </a:solidFill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lnSpc>
                <a:spcPct val="95000"/>
              </a:lnSpc>
              <a:spcBef>
                <a:spcPct val="50000"/>
              </a:spcBef>
              <a:buClr>
                <a:srgbClr val="000000"/>
              </a:buClr>
              <a:buSzPct val="100000"/>
              <a:buFont typeface="Times New Roman" pitchFamily="18" charset="0"/>
              <a:buNone/>
            </a:pPr>
            <a:r>
              <a:rPr lang="pt-BR" altLang="pt-BR" sz="2000">
                <a:solidFill>
                  <a:schemeClr val="tx1"/>
                </a:solidFill>
              </a:rPr>
              <a:t>23</a:t>
            </a:r>
          </a:p>
        </p:txBody>
      </p:sp>
      <p:sp>
        <p:nvSpPr>
          <p:cNvPr id="38936" name="Text Box 46"/>
          <p:cNvSpPr txBox="1">
            <a:spLocks noChangeArrowheads="1"/>
          </p:cNvSpPr>
          <p:nvPr/>
        </p:nvSpPr>
        <p:spPr bwMode="auto">
          <a:xfrm>
            <a:off x="3352800" y="5253038"/>
            <a:ext cx="1066800" cy="384175"/>
          </a:xfrm>
          <a:prstGeom prst="rect">
            <a:avLst/>
          </a:prstGeom>
          <a:solidFill>
            <a:schemeClr val="bg1"/>
          </a:solidFill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lnSpc>
                <a:spcPct val="95000"/>
              </a:lnSpc>
              <a:spcBef>
                <a:spcPct val="50000"/>
              </a:spcBef>
              <a:buClr>
                <a:srgbClr val="000000"/>
              </a:buClr>
              <a:buSzPct val="100000"/>
              <a:buFont typeface="Times New Roman" pitchFamily="18" charset="0"/>
              <a:buNone/>
            </a:pPr>
            <a:r>
              <a:rPr lang="pt-BR" altLang="pt-BR" sz="2000">
                <a:solidFill>
                  <a:schemeClr val="tx1"/>
                </a:solidFill>
              </a:rPr>
              <a:t>8395</a:t>
            </a:r>
          </a:p>
        </p:txBody>
      </p:sp>
    </p:spTree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0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Estrutura padrão">
  <a:themeElements>
    <a:clrScheme name="Estrutura padrão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Estrutura padrão">
      <a:majorFont>
        <a:latin typeface="Times New Roman"/>
        <a:ea typeface="Arial Unicode MS"/>
        <a:cs typeface="Arial Unicode MS"/>
      </a:majorFont>
      <a:minorFont>
        <a:latin typeface="Arial"/>
        <a:ea typeface="Arial Unicode MS"/>
        <a:cs typeface="Arial Unicode MS"/>
      </a:minorFont>
    </a:fontScheme>
    <a:fmtScheme name="Escritório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rgbClr val="00B8FF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449263" rtl="0" eaLnBrk="0" fontAlgn="base" latinLnBrk="0" hangingPunct="0">
          <a:lnSpc>
            <a:spcPct val="95000"/>
          </a:lnSpc>
          <a:spcBef>
            <a:spcPct val="0"/>
          </a:spcBef>
          <a:spcAft>
            <a:spcPct val="0"/>
          </a:spcAft>
          <a:buClr>
            <a:srgbClr val="000000"/>
          </a:buClr>
          <a:buSzPct val="100000"/>
          <a:buFont typeface="Times New Roman" panose="02020603050405020304" pitchFamily="18" charset="0"/>
          <a:buNone/>
          <a:tabLst/>
          <a:defRPr kumimoji="0" lang="en-GB" altLang="pt-BR" sz="2400" b="0" i="0" u="none" strike="noStrike" cap="none" normalizeH="0" baseline="0" smtClean="0">
            <a:ln>
              <a:noFill/>
            </a:ln>
            <a:solidFill>
              <a:schemeClr val="bg1"/>
            </a:solidFill>
            <a:effectLst/>
            <a:latin typeface="Times New Roman" panose="02020603050405020304" pitchFamily="18" charset="0"/>
            <a:ea typeface="Arial Unicode MS" panose="020B0604020202020204" pitchFamily="34" charset="-128"/>
            <a:cs typeface="Arial Unicode MS" panose="020B0604020202020204" pitchFamily="34" charset="-128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rgbClr val="00B8FF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449263" rtl="0" eaLnBrk="0" fontAlgn="base" latinLnBrk="0" hangingPunct="0">
          <a:lnSpc>
            <a:spcPct val="95000"/>
          </a:lnSpc>
          <a:spcBef>
            <a:spcPct val="0"/>
          </a:spcBef>
          <a:spcAft>
            <a:spcPct val="0"/>
          </a:spcAft>
          <a:buClr>
            <a:srgbClr val="000000"/>
          </a:buClr>
          <a:buSzPct val="100000"/>
          <a:buFont typeface="Times New Roman" panose="02020603050405020304" pitchFamily="18" charset="0"/>
          <a:buNone/>
          <a:tabLst/>
          <a:defRPr kumimoji="0" lang="en-GB" altLang="pt-BR" sz="2400" b="0" i="0" u="none" strike="noStrike" cap="none" normalizeH="0" baseline="0" smtClean="0">
            <a:ln>
              <a:noFill/>
            </a:ln>
            <a:solidFill>
              <a:schemeClr val="bg1"/>
            </a:solidFill>
            <a:effectLst/>
            <a:latin typeface="Times New Roman" panose="02020603050405020304" pitchFamily="18" charset="0"/>
            <a:ea typeface="Arial Unicode MS" panose="020B0604020202020204" pitchFamily="34" charset="-128"/>
            <a:cs typeface="Arial Unicode MS" panose="020B0604020202020204" pitchFamily="34" charset="-128"/>
          </a:defRPr>
        </a:defPPr>
      </a:lstStyle>
    </a:lnDef>
  </a:objectDefaults>
  <a:extraClrSchemeLst>
    <a:extraClrScheme>
      <a:clrScheme name="Estrutura padrão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Estrutura padrão 2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Estrutura padrão 3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Estrutura padrão 4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Estrutura padrão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Estrutura padrão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Estrutura padrão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1_Estrutura padrão">
  <a:themeElements>
    <a:clrScheme name="Estrutura padrão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Estrutura padrão">
      <a:majorFont>
        <a:latin typeface="Times New Roman"/>
        <a:ea typeface="Arial Unicode MS"/>
        <a:cs typeface="Arial Unicode MS"/>
      </a:majorFont>
      <a:minorFont>
        <a:latin typeface="Arial"/>
        <a:ea typeface="Arial Unicode MS"/>
        <a:cs typeface="Arial Unicode MS"/>
      </a:minorFont>
    </a:fontScheme>
    <a:fmtScheme name="Escritório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rgbClr val="00B8FF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449263" rtl="0" eaLnBrk="0" fontAlgn="base" latinLnBrk="0" hangingPunct="0">
          <a:lnSpc>
            <a:spcPct val="95000"/>
          </a:lnSpc>
          <a:spcBef>
            <a:spcPct val="0"/>
          </a:spcBef>
          <a:spcAft>
            <a:spcPct val="0"/>
          </a:spcAft>
          <a:buClr>
            <a:srgbClr val="000000"/>
          </a:buClr>
          <a:buSzPct val="100000"/>
          <a:buFont typeface="Times New Roman" panose="02020603050405020304" pitchFamily="18" charset="0"/>
          <a:buNone/>
          <a:tabLst/>
          <a:defRPr kumimoji="0" lang="en-GB" altLang="pt-BR" sz="2400" b="0" i="0" u="none" strike="noStrike" cap="none" normalizeH="0" baseline="0" smtClean="0">
            <a:ln>
              <a:noFill/>
            </a:ln>
            <a:solidFill>
              <a:schemeClr val="bg1"/>
            </a:solidFill>
            <a:effectLst/>
            <a:latin typeface="Times New Roman" panose="02020603050405020304" pitchFamily="18" charset="0"/>
            <a:ea typeface="Arial Unicode MS" panose="020B0604020202020204" pitchFamily="34" charset="-128"/>
            <a:cs typeface="Arial Unicode MS" panose="020B0604020202020204" pitchFamily="34" charset="-128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rgbClr val="00B8FF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449263" rtl="0" eaLnBrk="0" fontAlgn="base" latinLnBrk="0" hangingPunct="0">
          <a:lnSpc>
            <a:spcPct val="95000"/>
          </a:lnSpc>
          <a:spcBef>
            <a:spcPct val="0"/>
          </a:spcBef>
          <a:spcAft>
            <a:spcPct val="0"/>
          </a:spcAft>
          <a:buClr>
            <a:srgbClr val="000000"/>
          </a:buClr>
          <a:buSzPct val="100000"/>
          <a:buFont typeface="Times New Roman" panose="02020603050405020304" pitchFamily="18" charset="0"/>
          <a:buNone/>
          <a:tabLst/>
          <a:defRPr kumimoji="0" lang="en-GB" altLang="pt-BR" sz="2400" b="0" i="0" u="none" strike="noStrike" cap="none" normalizeH="0" baseline="0" smtClean="0">
            <a:ln>
              <a:noFill/>
            </a:ln>
            <a:solidFill>
              <a:schemeClr val="bg1"/>
            </a:solidFill>
            <a:effectLst/>
            <a:latin typeface="Times New Roman" panose="02020603050405020304" pitchFamily="18" charset="0"/>
            <a:ea typeface="Arial Unicode MS" panose="020B0604020202020204" pitchFamily="34" charset="-128"/>
            <a:cs typeface="Arial Unicode MS" panose="020B0604020202020204" pitchFamily="34" charset="-128"/>
          </a:defRPr>
        </a:defPPr>
      </a:lstStyle>
    </a:lnDef>
  </a:objectDefaults>
  <a:extraClrSchemeLst>
    <a:extraClrScheme>
      <a:clrScheme name="Estrutura padrão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Estrutura padrão 2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Estrutura padrão 3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Estrutura padrão 4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Estrutura padrão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Estrutura padrão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Estrutura padrão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Tema do Offic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Escritório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Escritório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o" ma:contentTypeID="0x0101002AEC9A166CB4F746B3C7297AD93DA403" ma:contentTypeVersion="7" ma:contentTypeDescription="Crie um novo documento." ma:contentTypeScope="" ma:versionID="332bbf3dd25ecd1d5efe7487de24bddd">
  <xsd:schema xmlns:xsd="http://www.w3.org/2001/XMLSchema" xmlns:xs="http://www.w3.org/2001/XMLSchema" xmlns:p="http://schemas.microsoft.com/office/2006/metadata/properties" xmlns:ns2="1384cb82-de4b-4e12-8f5a-b2b364addffa" targetNamespace="http://schemas.microsoft.com/office/2006/metadata/properties" ma:root="true" ma:fieldsID="b3d9f07a781ed50149820f54c78f803a" ns2:_="">
    <xsd:import namespace="1384cb82-de4b-4e12-8f5a-b2b364addffa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DateTaken" minOccurs="0"/>
                <xsd:element ref="ns2:MediaServiceGenerationTime" minOccurs="0"/>
                <xsd:element ref="ns2:MediaServiceEventHashCode" minOccurs="0"/>
                <xsd:element ref="ns2:MediaLengthInSecond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384cb82-de4b-4e12-8f5a-b2b364addffa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ateTaken" ma:index="11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GenerationTime" ma:index="12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3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14" nillable="true" ma:displayName="MediaLengthInSeconds" ma:hidden="true" ma:internalName="MediaLengthInSeconds" ma:readOnly="true">
      <xsd:simpleType>
        <xsd:restriction base="dms:Unknown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Tipo de Conteúdo"/>
        <xsd:element ref="dc:title" minOccurs="0" maxOccurs="1" ma:index="4" ma:displayName="Título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D85F4547-E96C-4E98-848D-B4AF77A6FB5B}"/>
</file>

<file path=customXml/itemProps2.xml><?xml version="1.0" encoding="utf-8"?>
<ds:datastoreItem xmlns:ds="http://schemas.openxmlformats.org/officeDocument/2006/customXml" ds:itemID="{F058C35E-C309-44C9-B0DE-4C0162C3D5E8}">
  <ds:schemaRefs>
    <ds:schemaRef ds:uri="http://schemas.microsoft.com/office/2006/metadata/properties"/>
    <ds:schemaRef ds:uri="http://schemas.microsoft.com/office/infopath/2007/PartnerControls"/>
  </ds:schemaRefs>
</ds:datastoreItem>
</file>

<file path=customXml/itemProps3.xml><?xml version="1.0" encoding="utf-8"?>
<ds:datastoreItem xmlns:ds="http://schemas.openxmlformats.org/officeDocument/2006/customXml" ds:itemID="{D7E5A8EC-5266-4FE4-B1A9-98C5B778992B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522</TotalTime>
  <Words>805</Words>
  <Application>Microsoft Office PowerPoint</Application>
  <PresentationFormat>Apresentação na tela (4:3)</PresentationFormat>
  <Paragraphs>195</Paragraphs>
  <Slides>18</Slides>
  <Notes>18</Notes>
  <HiddenSlides>0</HiddenSlides>
  <MMClips>0</MMClips>
  <ScaleCrop>false</ScaleCrop>
  <HeadingPairs>
    <vt:vector size="8" baseType="variant">
      <vt:variant>
        <vt:lpstr>Fontes usadas</vt:lpstr>
      </vt:variant>
      <vt:variant>
        <vt:i4>5</vt:i4>
      </vt:variant>
      <vt:variant>
        <vt:lpstr>Tema</vt:lpstr>
      </vt:variant>
      <vt:variant>
        <vt:i4>2</vt:i4>
      </vt:variant>
      <vt:variant>
        <vt:lpstr>Servidores OLE inseridos</vt:lpstr>
      </vt:variant>
      <vt:variant>
        <vt:i4>0</vt:i4>
      </vt:variant>
      <vt:variant>
        <vt:lpstr>Títulos de slides</vt:lpstr>
      </vt:variant>
      <vt:variant>
        <vt:i4>18</vt:i4>
      </vt:variant>
    </vt:vector>
  </HeadingPairs>
  <TitlesOfParts>
    <vt:vector size="25" baseType="lpstr">
      <vt:lpstr>Microsoft YaHei</vt:lpstr>
      <vt:lpstr>Arial</vt:lpstr>
      <vt:lpstr>Monotype Sorts</vt:lpstr>
      <vt:lpstr>Symbol</vt:lpstr>
      <vt:lpstr>Times New Roman</vt:lpstr>
      <vt:lpstr>Estrutura padrão</vt:lpstr>
      <vt:lpstr>1_Estrutura padrão</vt:lpstr>
      <vt:lpstr>Algoritmos e  Lógica de Programação</vt:lpstr>
      <vt:lpstr>Introdução</vt:lpstr>
      <vt:lpstr>Conceitos Básicos de Programação</vt:lpstr>
      <vt:lpstr>Apresentação do PowerPoint</vt:lpstr>
      <vt:lpstr>Etapas para criação de um código</vt:lpstr>
      <vt:lpstr>Etapas para criação de um código</vt:lpstr>
      <vt:lpstr>Implementação dos Recursos Básicos de Programação</vt:lpstr>
      <vt:lpstr>Implementação dos Recursos Básicos de Programação</vt:lpstr>
      <vt:lpstr>Implementação dos Recursos Básicos de Programação</vt:lpstr>
      <vt:lpstr>Implementação dos Recursos Básicos de Programação</vt:lpstr>
      <vt:lpstr>Implementação dos Recursos Básicos de Programação</vt:lpstr>
      <vt:lpstr>Implementação dos Recursos Básicos de Programação</vt:lpstr>
      <vt:lpstr>Exemplo</vt:lpstr>
      <vt:lpstr>Exemplo</vt:lpstr>
      <vt:lpstr>Criação de Variáveis</vt:lpstr>
      <vt:lpstr>Entrada de Dados</vt:lpstr>
      <vt:lpstr>Cálculo da Idade em Dias</vt:lpstr>
      <vt:lpstr>Saída de Dados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Linguagem de Programação</dc:title>
  <dc:creator>Dimas Ferreira Cardoso</dc:creator>
  <cp:lastModifiedBy>Dimas Cardoso</cp:lastModifiedBy>
  <cp:revision>50</cp:revision>
  <dcterms:modified xsi:type="dcterms:W3CDTF">2026-04-01T21:57:22Z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0x0101002AEC9A166CB4F746B3C7297AD93DA403</vt:lpwstr>
  </property>
</Properties>
</file>